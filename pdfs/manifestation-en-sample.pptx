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1992" r:id="rId2"/>
    <p:sldId id="1993" r:id="rId3"/>
    <p:sldId id="1994" r:id="rId4"/>
    <p:sldId id="1995" r:id="rId5"/>
    <p:sldId id="264" r:id="rId6"/>
    <p:sldId id="260" r:id="rId7"/>
    <p:sldId id="573" r:id="rId8"/>
    <p:sldId id="1991" r:id="rId9"/>
  </p:sldIdLst>
  <p:sldSz cx="5486400" cy="8229600"/>
  <p:notesSz cx="6858000" cy="9144000"/>
  <p:defaultTextStyle>
    <a:defPPr>
      <a:defRPr lang="en-US"/>
    </a:defPPr>
    <a:lvl1pPr marL="0" algn="l" defTabSz="703356" rtl="0" eaLnBrk="1" latinLnBrk="0" hangingPunct="1">
      <a:defRPr sz="1385" kern="1200">
        <a:solidFill>
          <a:schemeClr val="tx1"/>
        </a:solidFill>
        <a:latin typeface="+mn-lt"/>
        <a:ea typeface="+mn-ea"/>
        <a:cs typeface="+mn-cs"/>
      </a:defRPr>
    </a:lvl1pPr>
    <a:lvl2pPr marL="351678" algn="l" defTabSz="703356" rtl="0" eaLnBrk="1" latinLnBrk="0" hangingPunct="1">
      <a:defRPr sz="1385" kern="1200">
        <a:solidFill>
          <a:schemeClr val="tx1"/>
        </a:solidFill>
        <a:latin typeface="+mn-lt"/>
        <a:ea typeface="+mn-ea"/>
        <a:cs typeface="+mn-cs"/>
      </a:defRPr>
    </a:lvl2pPr>
    <a:lvl3pPr marL="703356" algn="l" defTabSz="703356" rtl="0" eaLnBrk="1" latinLnBrk="0" hangingPunct="1">
      <a:defRPr sz="1385" kern="1200">
        <a:solidFill>
          <a:schemeClr val="tx1"/>
        </a:solidFill>
        <a:latin typeface="+mn-lt"/>
        <a:ea typeface="+mn-ea"/>
        <a:cs typeface="+mn-cs"/>
      </a:defRPr>
    </a:lvl3pPr>
    <a:lvl4pPr marL="1055035" algn="l" defTabSz="703356" rtl="0" eaLnBrk="1" latinLnBrk="0" hangingPunct="1">
      <a:defRPr sz="1385" kern="1200">
        <a:solidFill>
          <a:schemeClr val="tx1"/>
        </a:solidFill>
        <a:latin typeface="+mn-lt"/>
        <a:ea typeface="+mn-ea"/>
        <a:cs typeface="+mn-cs"/>
      </a:defRPr>
    </a:lvl4pPr>
    <a:lvl5pPr marL="1406713" algn="l" defTabSz="703356" rtl="0" eaLnBrk="1" latinLnBrk="0" hangingPunct="1">
      <a:defRPr sz="1385" kern="1200">
        <a:solidFill>
          <a:schemeClr val="tx1"/>
        </a:solidFill>
        <a:latin typeface="+mn-lt"/>
        <a:ea typeface="+mn-ea"/>
        <a:cs typeface="+mn-cs"/>
      </a:defRPr>
    </a:lvl5pPr>
    <a:lvl6pPr marL="1758391" algn="l" defTabSz="703356" rtl="0" eaLnBrk="1" latinLnBrk="0" hangingPunct="1">
      <a:defRPr sz="1385" kern="1200">
        <a:solidFill>
          <a:schemeClr val="tx1"/>
        </a:solidFill>
        <a:latin typeface="+mn-lt"/>
        <a:ea typeface="+mn-ea"/>
        <a:cs typeface="+mn-cs"/>
      </a:defRPr>
    </a:lvl6pPr>
    <a:lvl7pPr marL="2110069" algn="l" defTabSz="703356" rtl="0" eaLnBrk="1" latinLnBrk="0" hangingPunct="1">
      <a:defRPr sz="1385" kern="1200">
        <a:solidFill>
          <a:schemeClr val="tx1"/>
        </a:solidFill>
        <a:latin typeface="+mn-lt"/>
        <a:ea typeface="+mn-ea"/>
        <a:cs typeface="+mn-cs"/>
      </a:defRPr>
    </a:lvl7pPr>
    <a:lvl8pPr marL="2461748" algn="l" defTabSz="703356" rtl="0" eaLnBrk="1" latinLnBrk="0" hangingPunct="1">
      <a:defRPr sz="1385" kern="1200">
        <a:solidFill>
          <a:schemeClr val="tx1"/>
        </a:solidFill>
        <a:latin typeface="+mn-lt"/>
        <a:ea typeface="+mn-ea"/>
        <a:cs typeface="+mn-cs"/>
      </a:defRPr>
    </a:lvl8pPr>
    <a:lvl9pPr marL="2813426" algn="l" defTabSz="703356" rtl="0" eaLnBrk="1" latinLnBrk="0" hangingPunct="1">
      <a:defRPr sz="138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02" autoAdjust="0"/>
    <p:restoredTop sz="94660"/>
  </p:normalViewPr>
  <p:slideViewPr>
    <p:cSldViewPr snapToGrid="0">
      <p:cViewPr>
        <p:scale>
          <a:sx n="66" d="100"/>
          <a:sy n="66" d="100"/>
        </p:scale>
        <p:origin x="1768"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2E03FA-5C4B-4048-B4EB-3DFFF28DB84B}" type="datetimeFigureOut">
              <a:rPr lang="fr-FR" smtClean="0"/>
              <a:t>16/05/2026</a:t>
            </a:fld>
            <a:endParaRPr lang="fr-FR"/>
          </a:p>
        </p:txBody>
      </p:sp>
      <p:sp>
        <p:nvSpPr>
          <p:cNvPr id="4" name="Espace réservé de l'image des diapositives 3"/>
          <p:cNvSpPr>
            <a:spLocks noGrp="1" noRot="1" noChangeAspect="1"/>
          </p:cNvSpPr>
          <p:nvPr>
            <p:ph type="sldImg" idx="2"/>
          </p:nvPr>
        </p:nvSpPr>
        <p:spPr>
          <a:xfrm>
            <a:off x="2400300" y="1143000"/>
            <a:ext cx="2057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1F904-6748-468A-A2BC-BC21ED49A3C9}" type="slidenum">
              <a:rPr lang="fr-FR" smtClean="0"/>
              <a:t>‹#›</a:t>
            </a:fld>
            <a:endParaRPr lang="fr-FR"/>
          </a:p>
        </p:txBody>
      </p:sp>
    </p:spTree>
    <p:extLst>
      <p:ext uri="{BB962C8B-B14F-4D97-AF65-F5344CB8AC3E}">
        <p14:creationId xmlns:p14="http://schemas.microsoft.com/office/powerpoint/2010/main" val="4018125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411480" y="1346836"/>
            <a:ext cx="4663440" cy="2865120"/>
          </a:xfrm>
        </p:spPr>
        <p:txBody>
          <a:bodyPr anchor="b"/>
          <a:lstStyle>
            <a:lvl1pPr algn="ctr">
              <a:defRPr sz="3600"/>
            </a:lvl1pPr>
          </a:lstStyle>
          <a:p>
            <a:r>
              <a:rPr lang="fr-FR"/>
              <a:t>Modifiez le style du titre</a:t>
            </a:r>
            <a:endParaRPr lang="en-US" dirty="0"/>
          </a:p>
        </p:txBody>
      </p:sp>
      <p:sp>
        <p:nvSpPr>
          <p:cNvPr id="3" name="Subtitle 2"/>
          <p:cNvSpPr>
            <a:spLocks noGrp="1"/>
          </p:cNvSpPr>
          <p:nvPr>
            <p:ph type="subTitle" idx="1"/>
          </p:nvPr>
        </p:nvSpPr>
        <p:spPr>
          <a:xfrm>
            <a:off x="685800" y="4322446"/>
            <a:ext cx="4114800" cy="1986914"/>
          </a:xfrm>
        </p:spPr>
        <p:txBody>
          <a:bodyPr/>
          <a:lstStyle>
            <a:lvl1pPr marL="0" indent="0" algn="ctr">
              <a:buNone/>
              <a:defRPr sz="1440"/>
            </a:lvl1pPr>
            <a:lvl2pPr marL="274320" indent="0" algn="ctr">
              <a:buNone/>
              <a:defRPr sz="1200"/>
            </a:lvl2pPr>
            <a:lvl3pPr marL="548640" indent="0" algn="ctr">
              <a:buNone/>
              <a:defRPr sz="1080"/>
            </a:lvl3pPr>
            <a:lvl4pPr marL="822960" indent="0" algn="ctr">
              <a:buNone/>
              <a:defRPr sz="960"/>
            </a:lvl4pPr>
            <a:lvl5pPr marL="1097280" indent="0" algn="ctr">
              <a:buNone/>
              <a:defRPr sz="960"/>
            </a:lvl5pPr>
            <a:lvl6pPr marL="1371600" indent="0" algn="ctr">
              <a:buNone/>
              <a:defRPr sz="960"/>
            </a:lvl6pPr>
            <a:lvl7pPr marL="1645920" indent="0" algn="ctr">
              <a:buNone/>
              <a:defRPr sz="960"/>
            </a:lvl7pPr>
            <a:lvl8pPr marL="1920240" indent="0" algn="ctr">
              <a:buNone/>
              <a:defRPr sz="960"/>
            </a:lvl8pPr>
            <a:lvl9pPr marL="2194560" indent="0" algn="ctr">
              <a:buNone/>
              <a:defRPr sz="96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A9199687-8EE6-432E-AFCC-64F8596CDB06}"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2359739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9199687-8EE6-432E-AFCC-64F8596CDB06}"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4152203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374333" y="2051688"/>
            <a:ext cx="4732020" cy="3423284"/>
          </a:xfrm>
        </p:spPr>
        <p:txBody>
          <a:bodyPr anchor="b"/>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374333" y="5507358"/>
            <a:ext cx="4732020" cy="1800224"/>
          </a:xfrm>
        </p:spPr>
        <p:txBody>
          <a:bodyPr/>
          <a:lstStyle>
            <a:lvl1pPr marL="0" indent="0">
              <a:buNone/>
              <a:defRPr sz="1440">
                <a:solidFill>
                  <a:schemeClr val="tx1"/>
                </a:solidFill>
              </a:defRPr>
            </a:lvl1pPr>
            <a:lvl2pPr marL="274320" indent="0">
              <a:buNone/>
              <a:defRPr sz="1200">
                <a:solidFill>
                  <a:schemeClr val="tx1">
                    <a:tint val="75000"/>
                  </a:schemeClr>
                </a:solidFill>
              </a:defRPr>
            </a:lvl2pPr>
            <a:lvl3pPr marL="548640" indent="0">
              <a:buNone/>
              <a:defRPr sz="1080">
                <a:solidFill>
                  <a:schemeClr val="tx1">
                    <a:tint val="75000"/>
                  </a:schemeClr>
                </a:solidFill>
              </a:defRPr>
            </a:lvl3pPr>
            <a:lvl4pPr marL="822960" indent="0">
              <a:buNone/>
              <a:defRPr sz="960">
                <a:solidFill>
                  <a:schemeClr val="tx1">
                    <a:tint val="75000"/>
                  </a:schemeClr>
                </a:solidFill>
              </a:defRPr>
            </a:lvl4pPr>
            <a:lvl5pPr marL="1097280" indent="0">
              <a:buNone/>
              <a:defRPr sz="960">
                <a:solidFill>
                  <a:schemeClr val="tx1">
                    <a:tint val="75000"/>
                  </a:schemeClr>
                </a:solidFill>
              </a:defRPr>
            </a:lvl5pPr>
            <a:lvl6pPr marL="1371600" indent="0">
              <a:buNone/>
              <a:defRPr sz="960">
                <a:solidFill>
                  <a:schemeClr val="tx1">
                    <a:tint val="75000"/>
                  </a:schemeClr>
                </a:solidFill>
              </a:defRPr>
            </a:lvl6pPr>
            <a:lvl7pPr marL="1645920" indent="0">
              <a:buNone/>
              <a:defRPr sz="960">
                <a:solidFill>
                  <a:schemeClr val="tx1">
                    <a:tint val="75000"/>
                  </a:schemeClr>
                </a:solidFill>
              </a:defRPr>
            </a:lvl7pPr>
            <a:lvl8pPr marL="1920240" indent="0">
              <a:buNone/>
              <a:defRPr sz="960">
                <a:solidFill>
                  <a:schemeClr val="tx1">
                    <a:tint val="75000"/>
                  </a:schemeClr>
                </a:solidFill>
              </a:defRPr>
            </a:lvl8pPr>
            <a:lvl9pPr marL="2194560" indent="0">
              <a:buNone/>
              <a:defRPr sz="96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A9199687-8EE6-432E-AFCC-64F8596CDB06}"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2054317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377190" y="2190750"/>
            <a:ext cx="2331720" cy="5221606"/>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2777490" y="2190750"/>
            <a:ext cx="2331720" cy="5221606"/>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9199687-8EE6-432E-AFCC-64F8596CDB06}"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400311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377905" y="438152"/>
            <a:ext cx="4732020" cy="1590676"/>
          </a:xfrm>
        </p:spPr>
        <p:txBody>
          <a:bodyPr/>
          <a:lstStyle/>
          <a:p>
            <a:r>
              <a:rPr lang="fr-FR"/>
              <a:t>Modifiez le style du titre</a:t>
            </a:r>
            <a:endParaRPr lang="en-US" dirty="0"/>
          </a:p>
        </p:txBody>
      </p:sp>
      <p:sp>
        <p:nvSpPr>
          <p:cNvPr id="3" name="Text Placeholder 2"/>
          <p:cNvSpPr>
            <a:spLocks noGrp="1"/>
          </p:cNvSpPr>
          <p:nvPr>
            <p:ph type="body" idx="1"/>
          </p:nvPr>
        </p:nvSpPr>
        <p:spPr>
          <a:xfrm>
            <a:off x="377905" y="2017396"/>
            <a:ext cx="2321004" cy="988694"/>
          </a:xfrm>
        </p:spPr>
        <p:txBody>
          <a:bodyPr anchor="b"/>
          <a:lstStyle>
            <a:lvl1pPr marL="0" indent="0">
              <a:buNone/>
              <a:defRPr sz="1440" b="1"/>
            </a:lvl1pPr>
            <a:lvl2pPr marL="274320" indent="0">
              <a:buNone/>
              <a:defRPr sz="1200" b="1"/>
            </a:lvl2pPr>
            <a:lvl3pPr marL="548640" indent="0">
              <a:buNone/>
              <a:defRPr sz="1080" b="1"/>
            </a:lvl3pPr>
            <a:lvl4pPr marL="822960" indent="0">
              <a:buNone/>
              <a:defRPr sz="960" b="1"/>
            </a:lvl4pPr>
            <a:lvl5pPr marL="1097280" indent="0">
              <a:buNone/>
              <a:defRPr sz="960" b="1"/>
            </a:lvl5pPr>
            <a:lvl6pPr marL="1371600" indent="0">
              <a:buNone/>
              <a:defRPr sz="960" b="1"/>
            </a:lvl6pPr>
            <a:lvl7pPr marL="1645920" indent="0">
              <a:buNone/>
              <a:defRPr sz="960" b="1"/>
            </a:lvl7pPr>
            <a:lvl8pPr marL="1920240" indent="0">
              <a:buNone/>
              <a:defRPr sz="960" b="1"/>
            </a:lvl8pPr>
            <a:lvl9pPr marL="2194560" indent="0">
              <a:buNone/>
              <a:defRPr sz="960" b="1"/>
            </a:lvl9pPr>
          </a:lstStyle>
          <a:p>
            <a:pPr lvl="0"/>
            <a:r>
              <a:rPr lang="fr-FR"/>
              <a:t>Modifiez les styles du texte du masque</a:t>
            </a:r>
          </a:p>
        </p:txBody>
      </p:sp>
      <p:sp>
        <p:nvSpPr>
          <p:cNvPr id="4" name="Content Placeholder 3"/>
          <p:cNvSpPr>
            <a:spLocks noGrp="1"/>
          </p:cNvSpPr>
          <p:nvPr>
            <p:ph sz="half" idx="2"/>
          </p:nvPr>
        </p:nvSpPr>
        <p:spPr>
          <a:xfrm>
            <a:off x="377905" y="3006090"/>
            <a:ext cx="2321004" cy="4421506"/>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2777490" y="2017396"/>
            <a:ext cx="2332435" cy="988694"/>
          </a:xfrm>
        </p:spPr>
        <p:txBody>
          <a:bodyPr anchor="b"/>
          <a:lstStyle>
            <a:lvl1pPr marL="0" indent="0">
              <a:buNone/>
              <a:defRPr sz="1440" b="1"/>
            </a:lvl1pPr>
            <a:lvl2pPr marL="274320" indent="0">
              <a:buNone/>
              <a:defRPr sz="1200" b="1"/>
            </a:lvl2pPr>
            <a:lvl3pPr marL="548640" indent="0">
              <a:buNone/>
              <a:defRPr sz="1080" b="1"/>
            </a:lvl3pPr>
            <a:lvl4pPr marL="822960" indent="0">
              <a:buNone/>
              <a:defRPr sz="960" b="1"/>
            </a:lvl4pPr>
            <a:lvl5pPr marL="1097280" indent="0">
              <a:buNone/>
              <a:defRPr sz="960" b="1"/>
            </a:lvl5pPr>
            <a:lvl6pPr marL="1371600" indent="0">
              <a:buNone/>
              <a:defRPr sz="960" b="1"/>
            </a:lvl6pPr>
            <a:lvl7pPr marL="1645920" indent="0">
              <a:buNone/>
              <a:defRPr sz="960" b="1"/>
            </a:lvl7pPr>
            <a:lvl8pPr marL="1920240" indent="0">
              <a:buNone/>
              <a:defRPr sz="960" b="1"/>
            </a:lvl8pPr>
            <a:lvl9pPr marL="2194560" indent="0">
              <a:buNone/>
              <a:defRPr sz="960" b="1"/>
            </a:lvl9pPr>
          </a:lstStyle>
          <a:p>
            <a:pPr lvl="0"/>
            <a:r>
              <a:rPr lang="fr-FR"/>
              <a:t>Modifiez les styles du texte du masque</a:t>
            </a:r>
          </a:p>
        </p:txBody>
      </p:sp>
      <p:sp>
        <p:nvSpPr>
          <p:cNvPr id="6" name="Content Placeholder 5"/>
          <p:cNvSpPr>
            <a:spLocks noGrp="1"/>
          </p:cNvSpPr>
          <p:nvPr>
            <p:ph sz="quarter" idx="4"/>
          </p:nvPr>
        </p:nvSpPr>
        <p:spPr>
          <a:xfrm>
            <a:off x="2777490" y="3006090"/>
            <a:ext cx="2332435" cy="4421506"/>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9199687-8EE6-432E-AFCC-64F8596CDB06}"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1648560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9199687-8EE6-432E-AFCC-64F8596CDB06}"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755609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199687-8EE6-432E-AFCC-64F8596CDB06}"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4235970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77905" y="548640"/>
            <a:ext cx="1769507" cy="1920240"/>
          </a:xfrm>
        </p:spPr>
        <p:txBody>
          <a:bodyPr anchor="b"/>
          <a:lstStyle>
            <a:lvl1pPr>
              <a:defRPr sz="1920"/>
            </a:lvl1pPr>
          </a:lstStyle>
          <a:p>
            <a:r>
              <a:rPr lang="fr-FR"/>
              <a:t>Modifiez le style du titre</a:t>
            </a:r>
            <a:endParaRPr lang="en-US" dirty="0"/>
          </a:p>
        </p:txBody>
      </p:sp>
      <p:sp>
        <p:nvSpPr>
          <p:cNvPr id="3" name="Content Placeholder 2"/>
          <p:cNvSpPr>
            <a:spLocks noGrp="1"/>
          </p:cNvSpPr>
          <p:nvPr>
            <p:ph idx="1"/>
          </p:nvPr>
        </p:nvSpPr>
        <p:spPr>
          <a:xfrm>
            <a:off x="2332435" y="1184912"/>
            <a:ext cx="2777490" cy="5848350"/>
          </a:xfrm>
        </p:spPr>
        <p:txBody>
          <a:bodyPr/>
          <a:lstStyle>
            <a:lvl1pPr>
              <a:defRPr sz="1920"/>
            </a:lvl1pPr>
            <a:lvl2pPr>
              <a:defRPr sz="1680"/>
            </a:lvl2pPr>
            <a:lvl3pPr>
              <a:defRPr sz="1440"/>
            </a:lvl3pPr>
            <a:lvl4pPr>
              <a:defRPr sz="1200"/>
            </a:lvl4pPr>
            <a:lvl5pPr>
              <a:defRPr sz="1200"/>
            </a:lvl5pPr>
            <a:lvl6pPr>
              <a:defRPr sz="1200"/>
            </a:lvl6pPr>
            <a:lvl7pPr>
              <a:defRPr sz="1200"/>
            </a:lvl7pPr>
            <a:lvl8pPr>
              <a:defRPr sz="1200"/>
            </a:lvl8pPr>
            <a:lvl9pPr>
              <a:defRPr sz="12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377905" y="2468880"/>
            <a:ext cx="1769507" cy="4573906"/>
          </a:xfrm>
        </p:spPr>
        <p:txBody>
          <a:bodyPr/>
          <a:lstStyle>
            <a:lvl1pPr marL="0" indent="0">
              <a:buNone/>
              <a:defRPr sz="960"/>
            </a:lvl1pPr>
            <a:lvl2pPr marL="274320" indent="0">
              <a:buNone/>
              <a:defRPr sz="840"/>
            </a:lvl2pPr>
            <a:lvl3pPr marL="548640" indent="0">
              <a:buNone/>
              <a:defRPr sz="720"/>
            </a:lvl3pPr>
            <a:lvl4pPr marL="822960" indent="0">
              <a:buNone/>
              <a:defRPr sz="600"/>
            </a:lvl4pPr>
            <a:lvl5pPr marL="1097280" indent="0">
              <a:buNone/>
              <a:defRPr sz="600"/>
            </a:lvl5pPr>
            <a:lvl6pPr marL="1371600" indent="0">
              <a:buNone/>
              <a:defRPr sz="600"/>
            </a:lvl6pPr>
            <a:lvl7pPr marL="1645920" indent="0">
              <a:buNone/>
              <a:defRPr sz="600"/>
            </a:lvl7pPr>
            <a:lvl8pPr marL="1920240" indent="0">
              <a:buNone/>
              <a:defRPr sz="600"/>
            </a:lvl8pPr>
            <a:lvl9pPr marL="2194560" indent="0">
              <a:buNone/>
              <a:defRPr sz="6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9199687-8EE6-432E-AFCC-64F8596CDB06}"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815728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377905" y="548640"/>
            <a:ext cx="1769507" cy="1920240"/>
          </a:xfrm>
        </p:spPr>
        <p:txBody>
          <a:bodyPr anchor="b"/>
          <a:lstStyle>
            <a:lvl1pPr>
              <a:defRPr sz="1920"/>
            </a:lvl1pPr>
          </a:lstStyle>
          <a:p>
            <a:r>
              <a:rPr lang="fr-FR"/>
              <a:t>Modifiez le style du titre</a:t>
            </a:r>
            <a:endParaRPr lang="en-US" dirty="0"/>
          </a:p>
        </p:txBody>
      </p:sp>
      <p:sp>
        <p:nvSpPr>
          <p:cNvPr id="3" name="Picture Placeholder 2"/>
          <p:cNvSpPr>
            <a:spLocks noGrp="1" noChangeAspect="1"/>
          </p:cNvSpPr>
          <p:nvPr>
            <p:ph type="pic" idx="1"/>
          </p:nvPr>
        </p:nvSpPr>
        <p:spPr>
          <a:xfrm>
            <a:off x="2332435" y="1184912"/>
            <a:ext cx="2777490" cy="5848350"/>
          </a:xfrm>
        </p:spPr>
        <p:txBody>
          <a:bodyPr anchor="t"/>
          <a:lstStyle>
            <a:lvl1pPr marL="0" indent="0">
              <a:buNone/>
              <a:defRPr sz="1920"/>
            </a:lvl1pPr>
            <a:lvl2pPr marL="274320" indent="0">
              <a:buNone/>
              <a:defRPr sz="1680"/>
            </a:lvl2pPr>
            <a:lvl3pPr marL="548640" indent="0">
              <a:buNone/>
              <a:defRPr sz="1440"/>
            </a:lvl3pPr>
            <a:lvl4pPr marL="822960" indent="0">
              <a:buNone/>
              <a:defRPr sz="1200"/>
            </a:lvl4pPr>
            <a:lvl5pPr marL="1097280" indent="0">
              <a:buNone/>
              <a:defRPr sz="1200"/>
            </a:lvl5pPr>
            <a:lvl6pPr marL="1371600" indent="0">
              <a:buNone/>
              <a:defRPr sz="1200"/>
            </a:lvl6pPr>
            <a:lvl7pPr marL="1645920" indent="0">
              <a:buNone/>
              <a:defRPr sz="1200"/>
            </a:lvl7pPr>
            <a:lvl8pPr marL="1920240" indent="0">
              <a:buNone/>
              <a:defRPr sz="1200"/>
            </a:lvl8pPr>
            <a:lvl9pPr marL="2194560" indent="0">
              <a:buNone/>
              <a:defRPr sz="1200"/>
            </a:lvl9pPr>
          </a:lstStyle>
          <a:p>
            <a:r>
              <a:rPr lang="fr-FR"/>
              <a:t>Cliquez sur l'icône pour ajouter une image</a:t>
            </a:r>
            <a:endParaRPr lang="en-US" dirty="0"/>
          </a:p>
        </p:txBody>
      </p:sp>
      <p:sp>
        <p:nvSpPr>
          <p:cNvPr id="4" name="Text Placeholder 3"/>
          <p:cNvSpPr>
            <a:spLocks noGrp="1"/>
          </p:cNvSpPr>
          <p:nvPr>
            <p:ph type="body" sz="half" idx="2"/>
          </p:nvPr>
        </p:nvSpPr>
        <p:spPr>
          <a:xfrm>
            <a:off x="377905" y="2468880"/>
            <a:ext cx="1769507" cy="4573906"/>
          </a:xfrm>
        </p:spPr>
        <p:txBody>
          <a:bodyPr/>
          <a:lstStyle>
            <a:lvl1pPr marL="0" indent="0">
              <a:buNone/>
              <a:defRPr sz="960"/>
            </a:lvl1pPr>
            <a:lvl2pPr marL="274320" indent="0">
              <a:buNone/>
              <a:defRPr sz="840"/>
            </a:lvl2pPr>
            <a:lvl3pPr marL="548640" indent="0">
              <a:buNone/>
              <a:defRPr sz="720"/>
            </a:lvl3pPr>
            <a:lvl4pPr marL="822960" indent="0">
              <a:buNone/>
              <a:defRPr sz="600"/>
            </a:lvl4pPr>
            <a:lvl5pPr marL="1097280" indent="0">
              <a:buNone/>
              <a:defRPr sz="600"/>
            </a:lvl5pPr>
            <a:lvl6pPr marL="1371600" indent="0">
              <a:buNone/>
              <a:defRPr sz="600"/>
            </a:lvl6pPr>
            <a:lvl7pPr marL="1645920" indent="0">
              <a:buNone/>
              <a:defRPr sz="600"/>
            </a:lvl7pPr>
            <a:lvl8pPr marL="1920240" indent="0">
              <a:buNone/>
              <a:defRPr sz="600"/>
            </a:lvl8pPr>
            <a:lvl9pPr marL="2194560" indent="0">
              <a:buNone/>
              <a:defRPr sz="600"/>
            </a:lvl9pPr>
          </a:lstStyle>
          <a:p>
            <a:pPr lvl="0"/>
            <a:r>
              <a:rPr lang="fr-FR"/>
              <a:t>Modifiez les styles du texte du masque</a:t>
            </a:r>
          </a:p>
        </p:txBody>
      </p:sp>
      <p:sp>
        <p:nvSpPr>
          <p:cNvPr id="5" name="Date Placeholder 4"/>
          <p:cNvSpPr>
            <a:spLocks noGrp="1"/>
          </p:cNvSpPr>
          <p:nvPr>
            <p:ph type="dt" sz="half" idx="10"/>
          </p:nvPr>
        </p:nvSpPr>
        <p:spPr/>
        <p:txBody>
          <a:bodyPr/>
          <a:lstStyle/>
          <a:p>
            <a:fld id="{A9199687-8EE6-432E-AFCC-64F8596CDB06}"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1282875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9199687-8EE6-432E-AFCC-64F8596CDB06}"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3930833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926205" y="438150"/>
            <a:ext cx="1183005" cy="6974206"/>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377190" y="438150"/>
            <a:ext cx="3480435" cy="6974206"/>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9199687-8EE6-432E-AFCC-64F8596CDB06}"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CC331-6522-42F0-9D57-D0535D196BAD}" type="slidenum">
              <a:rPr lang="en-US" smtClean="0"/>
              <a:t>‹#›</a:t>
            </a:fld>
            <a:endParaRPr lang="en-US"/>
          </a:p>
        </p:txBody>
      </p:sp>
    </p:spTree>
    <p:extLst>
      <p:ext uri="{BB962C8B-B14F-4D97-AF65-F5344CB8AC3E}">
        <p14:creationId xmlns:p14="http://schemas.microsoft.com/office/powerpoint/2010/main" val="1785438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7190" y="438152"/>
            <a:ext cx="4732020" cy="159067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377190" y="2190750"/>
            <a:ext cx="4732020" cy="5221606"/>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377190" y="7627622"/>
            <a:ext cx="1234440" cy="438150"/>
          </a:xfrm>
          <a:prstGeom prst="rect">
            <a:avLst/>
          </a:prstGeom>
        </p:spPr>
        <p:txBody>
          <a:bodyPr vert="horz" lIns="91440" tIns="45720" rIns="91440" bIns="45720" rtlCol="0" anchor="ctr"/>
          <a:lstStyle>
            <a:lvl1pPr algn="l">
              <a:defRPr sz="720">
                <a:solidFill>
                  <a:schemeClr val="tx1">
                    <a:tint val="75000"/>
                  </a:schemeClr>
                </a:solidFill>
              </a:defRPr>
            </a:lvl1pPr>
          </a:lstStyle>
          <a:p>
            <a:fld id="{A9199687-8EE6-432E-AFCC-64F8596CDB06}" type="datetimeFigureOut">
              <a:rPr lang="en-US" smtClean="0"/>
              <a:t>5/16/2026</a:t>
            </a:fld>
            <a:endParaRPr lang="en-US"/>
          </a:p>
        </p:txBody>
      </p:sp>
      <p:sp>
        <p:nvSpPr>
          <p:cNvPr id="5" name="Footer Placeholder 4"/>
          <p:cNvSpPr>
            <a:spLocks noGrp="1"/>
          </p:cNvSpPr>
          <p:nvPr>
            <p:ph type="ftr" sz="quarter" idx="3"/>
          </p:nvPr>
        </p:nvSpPr>
        <p:spPr>
          <a:xfrm>
            <a:off x="1817370" y="7627622"/>
            <a:ext cx="1851660" cy="438150"/>
          </a:xfrm>
          <a:prstGeom prst="rect">
            <a:avLst/>
          </a:prstGeom>
        </p:spPr>
        <p:txBody>
          <a:bodyPr vert="horz" lIns="91440" tIns="45720" rIns="91440" bIns="45720" rtlCol="0" anchor="ctr"/>
          <a:lstStyle>
            <a:lvl1pPr algn="ctr">
              <a:defRPr sz="7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874770" y="7627622"/>
            <a:ext cx="1234440" cy="438150"/>
          </a:xfrm>
          <a:prstGeom prst="rect">
            <a:avLst/>
          </a:prstGeom>
        </p:spPr>
        <p:txBody>
          <a:bodyPr vert="horz" lIns="91440" tIns="45720" rIns="91440" bIns="45720" rtlCol="0" anchor="ctr"/>
          <a:lstStyle>
            <a:lvl1pPr algn="r">
              <a:defRPr sz="720">
                <a:solidFill>
                  <a:schemeClr val="tx1">
                    <a:tint val="75000"/>
                  </a:schemeClr>
                </a:solidFill>
              </a:defRPr>
            </a:lvl1pPr>
          </a:lstStyle>
          <a:p>
            <a:fld id="{BEECC331-6522-42F0-9D57-D0535D196BAD}" type="slidenum">
              <a:rPr lang="en-US" smtClean="0"/>
              <a:t>‹#›</a:t>
            </a:fld>
            <a:endParaRPr lang="en-US"/>
          </a:p>
        </p:txBody>
      </p:sp>
    </p:spTree>
    <p:extLst>
      <p:ext uri="{BB962C8B-B14F-4D97-AF65-F5344CB8AC3E}">
        <p14:creationId xmlns:p14="http://schemas.microsoft.com/office/powerpoint/2010/main" val="22259300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548640" rtl="0" eaLnBrk="1" latinLnBrk="0" hangingPunct="1">
        <a:lnSpc>
          <a:spcPct val="90000"/>
        </a:lnSpc>
        <a:spcBef>
          <a:spcPct val="0"/>
        </a:spcBef>
        <a:buNone/>
        <a:defRPr sz="2640" kern="1200">
          <a:solidFill>
            <a:schemeClr val="tx1"/>
          </a:solidFill>
          <a:latin typeface="+mj-lt"/>
          <a:ea typeface="+mj-ea"/>
          <a:cs typeface="+mj-cs"/>
        </a:defRPr>
      </a:lvl1pPr>
    </p:titleStyle>
    <p:bodyStyle>
      <a:lvl1pPr marL="137160" indent="-137160" algn="l" defTabSz="548640" rtl="0" eaLnBrk="1" latinLnBrk="0" hangingPunct="1">
        <a:lnSpc>
          <a:spcPct val="90000"/>
        </a:lnSpc>
        <a:spcBef>
          <a:spcPts val="600"/>
        </a:spcBef>
        <a:buFont typeface="Arial" panose="020B0604020202020204" pitchFamily="34" charset="0"/>
        <a:buChar char="•"/>
        <a:defRPr sz="1680" kern="1200">
          <a:solidFill>
            <a:schemeClr val="tx1"/>
          </a:solidFill>
          <a:latin typeface="+mn-lt"/>
          <a:ea typeface="+mn-ea"/>
          <a:cs typeface="+mn-cs"/>
        </a:defRPr>
      </a:lvl1pPr>
      <a:lvl2pPr marL="411480" indent="-137160" algn="l" defTabSz="548640" rtl="0" eaLnBrk="1" latinLnBrk="0" hangingPunct="1">
        <a:lnSpc>
          <a:spcPct val="90000"/>
        </a:lnSpc>
        <a:spcBef>
          <a:spcPts val="300"/>
        </a:spcBef>
        <a:buFont typeface="Arial" panose="020B0604020202020204" pitchFamily="34" charset="0"/>
        <a:buChar char="•"/>
        <a:defRPr sz="1440" kern="1200">
          <a:solidFill>
            <a:schemeClr val="tx1"/>
          </a:solidFill>
          <a:latin typeface="+mn-lt"/>
          <a:ea typeface="+mn-ea"/>
          <a:cs typeface="+mn-cs"/>
        </a:defRPr>
      </a:lvl2pPr>
      <a:lvl3pPr marL="685800" indent="-137160" algn="l" defTabSz="548640" rtl="0" eaLnBrk="1" latinLnBrk="0" hangingPunct="1">
        <a:lnSpc>
          <a:spcPct val="90000"/>
        </a:lnSpc>
        <a:spcBef>
          <a:spcPts val="300"/>
        </a:spcBef>
        <a:buFont typeface="Arial" panose="020B0604020202020204" pitchFamily="34" charset="0"/>
        <a:buChar char="•"/>
        <a:defRPr sz="1200" kern="1200">
          <a:solidFill>
            <a:schemeClr val="tx1"/>
          </a:solidFill>
          <a:latin typeface="+mn-lt"/>
          <a:ea typeface="+mn-ea"/>
          <a:cs typeface="+mn-cs"/>
        </a:defRPr>
      </a:lvl3pPr>
      <a:lvl4pPr marL="960120" indent="-137160" algn="l" defTabSz="548640" rtl="0" eaLnBrk="1" latinLnBrk="0" hangingPunct="1">
        <a:lnSpc>
          <a:spcPct val="90000"/>
        </a:lnSpc>
        <a:spcBef>
          <a:spcPts val="300"/>
        </a:spcBef>
        <a:buFont typeface="Arial" panose="020B0604020202020204" pitchFamily="34" charset="0"/>
        <a:buChar char="•"/>
        <a:defRPr sz="1080" kern="1200">
          <a:solidFill>
            <a:schemeClr val="tx1"/>
          </a:solidFill>
          <a:latin typeface="+mn-lt"/>
          <a:ea typeface="+mn-ea"/>
          <a:cs typeface="+mn-cs"/>
        </a:defRPr>
      </a:lvl4pPr>
      <a:lvl5pPr marL="1234440" indent="-137160" algn="l" defTabSz="548640" rtl="0" eaLnBrk="1" latinLnBrk="0" hangingPunct="1">
        <a:lnSpc>
          <a:spcPct val="90000"/>
        </a:lnSpc>
        <a:spcBef>
          <a:spcPts val="300"/>
        </a:spcBef>
        <a:buFont typeface="Arial" panose="020B0604020202020204" pitchFamily="34" charset="0"/>
        <a:buChar char="•"/>
        <a:defRPr sz="1080" kern="1200">
          <a:solidFill>
            <a:schemeClr val="tx1"/>
          </a:solidFill>
          <a:latin typeface="+mn-lt"/>
          <a:ea typeface="+mn-ea"/>
          <a:cs typeface="+mn-cs"/>
        </a:defRPr>
      </a:lvl5pPr>
      <a:lvl6pPr marL="1508760" indent="-137160" algn="l" defTabSz="548640" rtl="0" eaLnBrk="1" latinLnBrk="0" hangingPunct="1">
        <a:lnSpc>
          <a:spcPct val="90000"/>
        </a:lnSpc>
        <a:spcBef>
          <a:spcPts val="300"/>
        </a:spcBef>
        <a:buFont typeface="Arial" panose="020B0604020202020204" pitchFamily="34" charset="0"/>
        <a:buChar char="•"/>
        <a:defRPr sz="1080" kern="1200">
          <a:solidFill>
            <a:schemeClr val="tx1"/>
          </a:solidFill>
          <a:latin typeface="+mn-lt"/>
          <a:ea typeface="+mn-ea"/>
          <a:cs typeface="+mn-cs"/>
        </a:defRPr>
      </a:lvl6pPr>
      <a:lvl7pPr marL="1783080" indent="-137160" algn="l" defTabSz="548640" rtl="0" eaLnBrk="1" latinLnBrk="0" hangingPunct="1">
        <a:lnSpc>
          <a:spcPct val="90000"/>
        </a:lnSpc>
        <a:spcBef>
          <a:spcPts val="300"/>
        </a:spcBef>
        <a:buFont typeface="Arial" panose="020B0604020202020204" pitchFamily="34" charset="0"/>
        <a:buChar char="•"/>
        <a:defRPr sz="1080" kern="1200">
          <a:solidFill>
            <a:schemeClr val="tx1"/>
          </a:solidFill>
          <a:latin typeface="+mn-lt"/>
          <a:ea typeface="+mn-ea"/>
          <a:cs typeface="+mn-cs"/>
        </a:defRPr>
      </a:lvl7pPr>
      <a:lvl8pPr marL="2057400" indent="-137160" algn="l" defTabSz="548640" rtl="0" eaLnBrk="1" latinLnBrk="0" hangingPunct="1">
        <a:lnSpc>
          <a:spcPct val="90000"/>
        </a:lnSpc>
        <a:spcBef>
          <a:spcPts val="300"/>
        </a:spcBef>
        <a:buFont typeface="Arial" panose="020B0604020202020204" pitchFamily="34" charset="0"/>
        <a:buChar char="•"/>
        <a:defRPr sz="1080" kern="1200">
          <a:solidFill>
            <a:schemeClr val="tx1"/>
          </a:solidFill>
          <a:latin typeface="+mn-lt"/>
          <a:ea typeface="+mn-ea"/>
          <a:cs typeface="+mn-cs"/>
        </a:defRPr>
      </a:lvl8pPr>
      <a:lvl9pPr marL="2331720" indent="-137160" algn="l" defTabSz="548640" rtl="0" eaLnBrk="1" latinLnBrk="0" hangingPunct="1">
        <a:lnSpc>
          <a:spcPct val="90000"/>
        </a:lnSpc>
        <a:spcBef>
          <a:spcPts val="300"/>
        </a:spcBef>
        <a:buFont typeface="Arial" panose="020B0604020202020204" pitchFamily="34" charset="0"/>
        <a:buChar char="•"/>
        <a:defRPr sz="1080" kern="1200">
          <a:solidFill>
            <a:schemeClr val="tx1"/>
          </a:solidFill>
          <a:latin typeface="+mn-lt"/>
          <a:ea typeface="+mn-ea"/>
          <a:cs typeface="+mn-cs"/>
        </a:defRPr>
      </a:lvl9pPr>
    </p:bodyStyle>
    <p:otherStyle>
      <a:defPPr>
        <a:defRPr lang="en-US"/>
      </a:defPPr>
      <a:lvl1pPr marL="0" algn="l" defTabSz="548640" rtl="0" eaLnBrk="1" latinLnBrk="0" hangingPunct="1">
        <a:defRPr sz="1080" kern="1200">
          <a:solidFill>
            <a:schemeClr val="tx1"/>
          </a:solidFill>
          <a:latin typeface="+mn-lt"/>
          <a:ea typeface="+mn-ea"/>
          <a:cs typeface="+mn-cs"/>
        </a:defRPr>
      </a:lvl1pPr>
      <a:lvl2pPr marL="274320" algn="l" defTabSz="548640" rtl="0" eaLnBrk="1" latinLnBrk="0" hangingPunct="1">
        <a:defRPr sz="1080" kern="1200">
          <a:solidFill>
            <a:schemeClr val="tx1"/>
          </a:solidFill>
          <a:latin typeface="+mn-lt"/>
          <a:ea typeface="+mn-ea"/>
          <a:cs typeface="+mn-cs"/>
        </a:defRPr>
      </a:lvl2pPr>
      <a:lvl3pPr marL="548640" algn="l" defTabSz="548640" rtl="0" eaLnBrk="1" latinLnBrk="0" hangingPunct="1">
        <a:defRPr sz="1080" kern="1200">
          <a:solidFill>
            <a:schemeClr val="tx1"/>
          </a:solidFill>
          <a:latin typeface="+mn-lt"/>
          <a:ea typeface="+mn-ea"/>
          <a:cs typeface="+mn-cs"/>
        </a:defRPr>
      </a:lvl3pPr>
      <a:lvl4pPr marL="822960" algn="l" defTabSz="548640" rtl="0" eaLnBrk="1" latinLnBrk="0" hangingPunct="1">
        <a:defRPr sz="1080" kern="1200">
          <a:solidFill>
            <a:schemeClr val="tx1"/>
          </a:solidFill>
          <a:latin typeface="+mn-lt"/>
          <a:ea typeface="+mn-ea"/>
          <a:cs typeface="+mn-cs"/>
        </a:defRPr>
      </a:lvl4pPr>
      <a:lvl5pPr marL="1097280" algn="l" defTabSz="548640" rtl="0" eaLnBrk="1" latinLnBrk="0" hangingPunct="1">
        <a:defRPr sz="1080" kern="1200">
          <a:solidFill>
            <a:schemeClr val="tx1"/>
          </a:solidFill>
          <a:latin typeface="+mn-lt"/>
          <a:ea typeface="+mn-ea"/>
          <a:cs typeface="+mn-cs"/>
        </a:defRPr>
      </a:lvl5pPr>
      <a:lvl6pPr marL="1371600" algn="l" defTabSz="548640" rtl="0" eaLnBrk="1" latinLnBrk="0" hangingPunct="1">
        <a:defRPr sz="1080" kern="1200">
          <a:solidFill>
            <a:schemeClr val="tx1"/>
          </a:solidFill>
          <a:latin typeface="+mn-lt"/>
          <a:ea typeface="+mn-ea"/>
          <a:cs typeface="+mn-cs"/>
        </a:defRPr>
      </a:lvl6pPr>
      <a:lvl7pPr marL="1645920" algn="l" defTabSz="548640" rtl="0" eaLnBrk="1" latinLnBrk="0" hangingPunct="1">
        <a:defRPr sz="1080" kern="1200">
          <a:solidFill>
            <a:schemeClr val="tx1"/>
          </a:solidFill>
          <a:latin typeface="+mn-lt"/>
          <a:ea typeface="+mn-ea"/>
          <a:cs typeface="+mn-cs"/>
        </a:defRPr>
      </a:lvl7pPr>
      <a:lvl8pPr marL="1920240" algn="l" defTabSz="548640" rtl="0" eaLnBrk="1" latinLnBrk="0" hangingPunct="1">
        <a:defRPr sz="1080" kern="1200">
          <a:solidFill>
            <a:schemeClr val="tx1"/>
          </a:solidFill>
          <a:latin typeface="+mn-lt"/>
          <a:ea typeface="+mn-ea"/>
          <a:cs typeface="+mn-cs"/>
        </a:defRPr>
      </a:lvl8pPr>
      <a:lvl9pPr marL="2194560" algn="l" defTabSz="548640" rtl="0" eaLnBrk="1" latinLnBrk="0" hangingPunct="1">
        <a:defRPr sz="10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à coins arrondis 6"/>
          <p:cNvSpPr/>
          <p:nvPr/>
        </p:nvSpPr>
        <p:spPr>
          <a:xfrm>
            <a:off x="404719" y="344978"/>
            <a:ext cx="4722869" cy="7377546"/>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800" dirty="0">
                <a:solidFill>
                  <a:schemeClr val="tx1"/>
                </a:solidFill>
                <a:latin typeface="Calisto MT" panose="02040603050505030304" pitchFamily="18" charset="0"/>
                <a:cs typeface="Arial" panose="020B0604020202020204" pitchFamily="34" charset="0"/>
              </a:rPr>
              <a:t>3 6 9</a:t>
            </a:r>
          </a:p>
          <a:p>
            <a:pPr algn="ctr"/>
            <a:r>
              <a:rPr lang="fr-FR" sz="3600" dirty="0">
                <a:solidFill>
                  <a:prstClr val="black"/>
                </a:solidFill>
                <a:latin typeface="Calisto MT" panose="02040603050505030304" pitchFamily="18" charset="0"/>
                <a:cs typeface="Arial" panose="020B0604020202020204" pitchFamily="34" charset="0"/>
              </a:rPr>
              <a:t>MANIFESTATION</a:t>
            </a:r>
          </a:p>
          <a:p>
            <a:pPr algn="ctr"/>
            <a:r>
              <a:rPr lang="fr-FR" sz="3600" dirty="0">
                <a:solidFill>
                  <a:prstClr val="black"/>
                </a:solidFill>
                <a:latin typeface="Calisto MT" panose="02040603050505030304" pitchFamily="18" charset="0"/>
                <a:cs typeface="Arial" panose="020B0604020202020204" pitchFamily="34" charset="0"/>
              </a:rPr>
              <a:t>JOURNAL</a:t>
            </a:r>
          </a:p>
          <a:p>
            <a:pPr algn="ctr"/>
            <a:endParaRPr lang="fr-FR" sz="3600" dirty="0">
              <a:solidFill>
                <a:prstClr val="black"/>
              </a:solidFill>
              <a:latin typeface="Calisto MT" panose="02040603050505030304" pitchFamily="18" charset="0"/>
              <a:cs typeface="Arial" panose="020B0604020202020204" pitchFamily="34" charset="0"/>
            </a:endParaRPr>
          </a:p>
          <a:p>
            <a:pPr algn="ctr"/>
            <a:endParaRPr lang="en-US" sz="4000" dirty="0">
              <a:solidFill>
                <a:schemeClr val="tx1"/>
              </a:solidFill>
              <a:latin typeface="Stencil" panose="040409050D0802020404" pitchFamily="82" charset="0"/>
            </a:endParaRPr>
          </a:p>
        </p:txBody>
      </p:sp>
    </p:spTree>
    <p:extLst>
      <p:ext uri="{BB962C8B-B14F-4D97-AF65-F5344CB8AC3E}">
        <p14:creationId xmlns:p14="http://schemas.microsoft.com/office/powerpoint/2010/main" val="1167044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6">
            <a:extLst>
              <a:ext uri="{FF2B5EF4-FFF2-40B4-BE49-F238E27FC236}">
                <a16:creationId xmlns:a16="http://schemas.microsoft.com/office/drawing/2014/main" id="{B5E263CD-F85E-4D03-9F9B-5A29AD14D6EF}"/>
              </a:ext>
            </a:extLst>
          </p:cNvPr>
          <p:cNvSpPr/>
          <p:nvPr/>
        </p:nvSpPr>
        <p:spPr>
          <a:xfrm>
            <a:off x="404717" y="426027"/>
            <a:ext cx="4722869" cy="7377546"/>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tx1"/>
              </a:solidFill>
              <a:latin typeface="Stencil" panose="040409050D0802020404" pitchFamily="82" charset="0"/>
            </a:endParaRPr>
          </a:p>
        </p:txBody>
      </p:sp>
      <p:sp>
        <p:nvSpPr>
          <p:cNvPr id="3" name="Organigramme : Procédé 2">
            <a:extLst>
              <a:ext uri="{FF2B5EF4-FFF2-40B4-BE49-F238E27FC236}">
                <a16:creationId xmlns:a16="http://schemas.microsoft.com/office/drawing/2014/main" id="{F9CCF173-9EB4-49CC-81E4-D8440119987E}"/>
              </a:ext>
            </a:extLst>
          </p:cNvPr>
          <p:cNvSpPr/>
          <p:nvPr/>
        </p:nvSpPr>
        <p:spPr>
          <a:xfrm>
            <a:off x="1371337" y="7153684"/>
            <a:ext cx="2789627" cy="639873"/>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err="1">
                <a:solidFill>
                  <a:schemeClr val="tx1"/>
                </a:solidFill>
                <a:latin typeface="Blackadder ITC" panose="04020505051007020D02" pitchFamily="82" charset="0"/>
              </a:rPr>
              <a:t>Manifest</a:t>
            </a:r>
            <a:r>
              <a:rPr lang="fr-FR" sz="2400" dirty="0">
                <a:solidFill>
                  <a:schemeClr val="tx1"/>
                </a:solidFill>
                <a:latin typeface="Blackadder ITC" panose="04020505051007020D02" pitchFamily="82" charset="0"/>
              </a:rPr>
              <a:t> </a:t>
            </a:r>
            <a:r>
              <a:rPr lang="fr-FR" sz="2400" dirty="0" err="1">
                <a:solidFill>
                  <a:schemeClr val="tx1"/>
                </a:solidFill>
                <a:latin typeface="Blackadder ITC" panose="04020505051007020D02" pitchFamily="82" charset="0"/>
              </a:rPr>
              <a:t>Your</a:t>
            </a:r>
            <a:r>
              <a:rPr lang="fr-FR" sz="2400" dirty="0">
                <a:solidFill>
                  <a:schemeClr val="tx1"/>
                </a:solidFill>
                <a:latin typeface="Blackadder ITC" panose="04020505051007020D02" pitchFamily="82" charset="0"/>
              </a:rPr>
              <a:t> Dreams!</a:t>
            </a:r>
          </a:p>
        </p:txBody>
      </p:sp>
      <p:sp>
        <p:nvSpPr>
          <p:cNvPr id="2" name="Rectangle 1">
            <a:extLst>
              <a:ext uri="{FF2B5EF4-FFF2-40B4-BE49-F238E27FC236}">
                <a16:creationId xmlns:a16="http://schemas.microsoft.com/office/drawing/2014/main" id="{D4A02F46-9F2A-4495-AABB-5A81C04DFA8C}"/>
              </a:ext>
            </a:extLst>
          </p:cNvPr>
          <p:cNvSpPr/>
          <p:nvPr/>
        </p:nvSpPr>
        <p:spPr>
          <a:xfrm>
            <a:off x="404717" y="563154"/>
            <a:ext cx="4722869" cy="66205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600" dirty="0">
                <a:solidFill>
                  <a:schemeClr val="tx1"/>
                </a:solidFill>
                <a:latin typeface="Stencil" panose="040409050D0802020404" pitchFamily="82" charset="0"/>
              </a:rPr>
              <a:t>HOW TO USE 3 6 9 METHOD ?</a:t>
            </a:r>
          </a:p>
          <a:p>
            <a:pPr algn="ctr"/>
            <a:endParaRPr lang="en-US" sz="1600" dirty="0">
              <a:solidFill>
                <a:schemeClr val="tx1"/>
              </a:solidFill>
              <a:latin typeface="Stencil" panose="040409050D0802020404" pitchFamily="82" charset="0"/>
            </a:endParaRPr>
          </a:p>
          <a:p>
            <a:pPr algn="ctr">
              <a:defRPr/>
            </a:pPr>
            <a:r>
              <a:rPr lang="fr-FR" sz="1400" dirty="0">
                <a:solidFill>
                  <a:prstClr val="black"/>
                </a:solidFill>
                <a:latin typeface="Sylfaen" panose="010A0502050306030303" pitchFamily="18" charset="0"/>
              </a:rPr>
              <a:t> </a:t>
            </a:r>
            <a:r>
              <a:rPr lang="en-US" sz="1200" b="1" u="sng" dirty="0">
                <a:solidFill>
                  <a:prstClr val="black"/>
                </a:solidFill>
                <a:latin typeface="Sylfaen" panose="010A0502050306030303" pitchFamily="18" charset="0"/>
              </a:rPr>
              <a:t>Step 1. Decide your manifestation.</a:t>
            </a:r>
          </a:p>
          <a:p>
            <a:pPr algn="ctr">
              <a:defRPr/>
            </a:pPr>
            <a:endParaRPr lang="en-US" sz="1200" b="1" u="sng" dirty="0">
              <a:solidFill>
                <a:prstClr val="black"/>
              </a:solidFill>
              <a:latin typeface="Sylfaen" panose="010A0502050306030303" pitchFamily="18" charset="0"/>
            </a:endParaRPr>
          </a:p>
          <a:p>
            <a:pPr algn="ctr">
              <a:defRPr/>
            </a:pPr>
            <a:r>
              <a:rPr lang="en-US" sz="1200" dirty="0">
                <a:solidFill>
                  <a:prstClr val="black"/>
                </a:solidFill>
                <a:latin typeface="Sylfaen" panose="010A0502050306030303" pitchFamily="18" charset="0"/>
              </a:rPr>
              <a:t>We are going to begin the process by thinking of one manifestation that lasts for 17 seconds (usually around 2 sentences long). Start the manifestation with gratitude, add in emotion and finish with the words “into my </a:t>
            </a:r>
            <a:r>
              <a:rPr lang="en-US" sz="1200" dirty="0" err="1">
                <a:solidFill>
                  <a:prstClr val="black"/>
                </a:solidFill>
                <a:latin typeface="Sylfaen" panose="010A0502050306030303" pitchFamily="18" charset="0"/>
              </a:rPr>
              <a:t>life”.“I</a:t>
            </a:r>
            <a:r>
              <a:rPr lang="en-US" sz="1200" dirty="0">
                <a:solidFill>
                  <a:prstClr val="black"/>
                </a:solidFill>
                <a:latin typeface="Sylfaen" panose="010A0502050306030303" pitchFamily="18" charset="0"/>
              </a:rPr>
              <a:t> am so thankful for the universe aligning with me to attract my soulmate, bringing with it a deep sense of love, happiness,  contentment and an inner peace in my heart into my life.</a:t>
            </a:r>
          </a:p>
          <a:p>
            <a:pPr algn="ctr">
              <a:defRPr/>
            </a:pPr>
            <a:endParaRPr lang="en-US" sz="1200" dirty="0">
              <a:solidFill>
                <a:prstClr val="black"/>
              </a:solidFill>
              <a:latin typeface="Sylfaen" panose="010A0502050306030303" pitchFamily="18" charset="0"/>
            </a:endParaRPr>
          </a:p>
          <a:p>
            <a:pPr algn="ctr">
              <a:defRPr/>
            </a:pPr>
            <a:r>
              <a:rPr lang="en-US" sz="1200" b="1" u="sng" dirty="0">
                <a:solidFill>
                  <a:prstClr val="black"/>
                </a:solidFill>
                <a:latin typeface="Sylfaen" panose="010A0502050306030303" pitchFamily="18" charset="0"/>
              </a:rPr>
              <a:t>Step 2. Journal 3 Times in the morning.</a:t>
            </a:r>
          </a:p>
          <a:p>
            <a:pPr algn="ctr">
              <a:defRPr/>
            </a:pPr>
            <a:endParaRPr lang="fr-FR" sz="1200" b="1" u="sng" dirty="0">
              <a:solidFill>
                <a:prstClr val="black"/>
              </a:solidFill>
              <a:latin typeface="Sylfaen" panose="010A0502050306030303" pitchFamily="18" charset="0"/>
            </a:endParaRPr>
          </a:p>
          <a:p>
            <a:pPr algn="ctr">
              <a:defRPr/>
            </a:pPr>
            <a:r>
              <a:rPr lang="en-US" sz="1200" dirty="0">
                <a:solidFill>
                  <a:prstClr val="black"/>
                </a:solidFill>
                <a:latin typeface="Sylfaen" panose="010A0502050306030303" pitchFamily="18" charset="0"/>
              </a:rPr>
              <a:t>Take your journal every morning as soon as you wake up. Write your 17 second long manifestation that you have crafted above out 3 times. The key to success when manifesting anything is to focus on the feeling, on the energy of what it is you want to attract, how it will feel when (not if) it enters your life.</a:t>
            </a:r>
          </a:p>
          <a:p>
            <a:pPr algn="ctr">
              <a:defRPr/>
            </a:pPr>
            <a:endParaRPr lang="en-US" sz="1200" dirty="0">
              <a:solidFill>
                <a:prstClr val="black"/>
              </a:solidFill>
              <a:latin typeface="Sylfaen" panose="010A0502050306030303" pitchFamily="18" charset="0"/>
            </a:endParaRPr>
          </a:p>
          <a:p>
            <a:pPr algn="ctr">
              <a:defRPr/>
            </a:pPr>
            <a:r>
              <a:rPr lang="en-US" sz="1200" b="1" u="sng" dirty="0">
                <a:solidFill>
                  <a:prstClr val="black"/>
                </a:solidFill>
                <a:latin typeface="Sylfaen" panose="010A0502050306030303" pitchFamily="18" charset="0"/>
              </a:rPr>
              <a:t>Step 3. Journal 6 Times at midday.</a:t>
            </a:r>
          </a:p>
          <a:p>
            <a:pPr algn="ctr">
              <a:defRPr/>
            </a:pPr>
            <a:endParaRPr lang="en-US" sz="1200" b="1" u="sng" dirty="0">
              <a:solidFill>
                <a:prstClr val="black"/>
              </a:solidFill>
              <a:latin typeface="Sylfaen" panose="010A0502050306030303" pitchFamily="18" charset="0"/>
            </a:endParaRPr>
          </a:p>
          <a:p>
            <a:pPr algn="ctr">
              <a:defRPr/>
            </a:pPr>
            <a:r>
              <a:rPr lang="en-US" sz="1200" dirty="0">
                <a:solidFill>
                  <a:prstClr val="black"/>
                </a:solidFill>
                <a:latin typeface="Sylfaen" panose="010A0502050306030303" pitchFamily="18" charset="0"/>
              </a:rPr>
              <a:t>The next step is midway through the day, perhaps on your lunch, take out your journal again and write the same manifestation as above 6 times. Again, follow the same process as before, </a:t>
            </a:r>
            <a:r>
              <a:rPr lang="en-US" sz="1200" dirty="0" err="1">
                <a:solidFill>
                  <a:prstClr val="black"/>
                </a:solidFill>
                <a:latin typeface="Sylfaen" panose="010A0502050306030303" pitchFamily="18" charset="0"/>
              </a:rPr>
              <a:t>emersing</a:t>
            </a:r>
            <a:r>
              <a:rPr lang="en-US" sz="1200" dirty="0">
                <a:solidFill>
                  <a:prstClr val="black"/>
                </a:solidFill>
                <a:latin typeface="Sylfaen" panose="010A0502050306030303" pitchFamily="18" charset="0"/>
              </a:rPr>
              <a:t> yourself in the energy of how it will feel, </a:t>
            </a:r>
            <a:r>
              <a:rPr lang="en-US" sz="1200" dirty="0" err="1">
                <a:solidFill>
                  <a:prstClr val="black"/>
                </a:solidFill>
                <a:latin typeface="Sylfaen" panose="010A0502050306030303" pitchFamily="18" charset="0"/>
              </a:rPr>
              <a:t>visualising</a:t>
            </a:r>
            <a:r>
              <a:rPr lang="en-US" sz="1200" dirty="0">
                <a:solidFill>
                  <a:prstClr val="black"/>
                </a:solidFill>
                <a:latin typeface="Sylfaen" panose="010A0502050306030303" pitchFamily="18" charset="0"/>
              </a:rPr>
              <a:t> yourself being with your desire.</a:t>
            </a:r>
          </a:p>
          <a:p>
            <a:pPr algn="ctr">
              <a:defRPr/>
            </a:pPr>
            <a:endParaRPr lang="en-US" sz="1200" dirty="0">
              <a:solidFill>
                <a:prstClr val="black"/>
              </a:solidFill>
              <a:latin typeface="Sylfaen" panose="010A0502050306030303" pitchFamily="18" charset="0"/>
            </a:endParaRPr>
          </a:p>
          <a:p>
            <a:pPr algn="ctr">
              <a:defRPr/>
            </a:pPr>
            <a:r>
              <a:rPr lang="en-US" sz="1200" b="1" u="sng" dirty="0">
                <a:solidFill>
                  <a:prstClr val="black"/>
                </a:solidFill>
                <a:latin typeface="Sylfaen" panose="010A0502050306030303" pitchFamily="18" charset="0"/>
              </a:rPr>
              <a:t>Step 4. Write your desire 9 Times before bed.</a:t>
            </a:r>
          </a:p>
          <a:p>
            <a:pPr algn="ctr">
              <a:defRPr/>
            </a:pPr>
            <a:endParaRPr lang="en-US" sz="1200" b="1" u="sng" dirty="0">
              <a:solidFill>
                <a:prstClr val="black"/>
              </a:solidFill>
              <a:latin typeface="Sylfaen" panose="010A0502050306030303" pitchFamily="18" charset="0"/>
            </a:endParaRPr>
          </a:p>
          <a:p>
            <a:pPr algn="ctr">
              <a:defRPr/>
            </a:pPr>
            <a:r>
              <a:rPr lang="en-US" sz="1200" dirty="0">
                <a:solidFill>
                  <a:prstClr val="black"/>
                </a:solidFill>
                <a:latin typeface="Sylfaen" panose="010A0502050306030303" pitchFamily="18" charset="0"/>
              </a:rPr>
              <a:t>Finally, before bed take your journal and write your high-vibe manifestation from above, but this time 9 times, following the same</a:t>
            </a:r>
          </a:p>
          <a:p>
            <a:pPr algn="ctr">
              <a:defRPr/>
            </a:pPr>
            <a:r>
              <a:rPr lang="en-US" sz="1200" dirty="0">
                <a:solidFill>
                  <a:prstClr val="black"/>
                </a:solidFill>
                <a:latin typeface="Sylfaen" panose="010A0502050306030303" pitchFamily="18" charset="0"/>
              </a:rPr>
              <a:t>method used throughout the day. The initial 3 scripts were to set the</a:t>
            </a:r>
          </a:p>
          <a:p>
            <a:pPr algn="ctr">
              <a:defRPr/>
            </a:pPr>
            <a:r>
              <a:rPr lang="en-US" sz="1200" dirty="0">
                <a:solidFill>
                  <a:prstClr val="black"/>
                </a:solidFill>
                <a:latin typeface="Sylfaen" panose="010A0502050306030303" pitchFamily="18" charset="0"/>
              </a:rPr>
              <a:t>intention to the universe, the following 6 where to amplify them and</a:t>
            </a:r>
          </a:p>
          <a:p>
            <a:pPr algn="ctr">
              <a:defRPr/>
            </a:pPr>
            <a:r>
              <a:rPr lang="en-US" sz="1200" dirty="0">
                <a:solidFill>
                  <a:prstClr val="black"/>
                </a:solidFill>
                <a:latin typeface="Sylfaen" panose="010A0502050306030303" pitchFamily="18" charset="0"/>
              </a:rPr>
              <a:t>the final 9 are to set this manifestation in </a:t>
            </a:r>
            <a:r>
              <a:rPr lang="en-US" sz="1200" dirty="0" err="1">
                <a:solidFill>
                  <a:prstClr val="black"/>
                </a:solidFill>
                <a:latin typeface="Sylfaen" panose="010A0502050306030303" pitchFamily="18" charset="0"/>
              </a:rPr>
              <a:t>stone.Follow</a:t>
            </a:r>
            <a:r>
              <a:rPr lang="en-US" sz="1200" dirty="0">
                <a:solidFill>
                  <a:prstClr val="black"/>
                </a:solidFill>
                <a:latin typeface="Sylfaen" panose="010A0502050306030303" pitchFamily="18" charset="0"/>
              </a:rPr>
              <a:t> the 369 manifestation method for 33 days.</a:t>
            </a:r>
          </a:p>
          <a:p>
            <a:pPr algn="ctr">
              <a:defRPr/>
            </a:pPr>
            <a:endParaRPr lang="en-US" sz="1200" dirty="0">
              <a:solidFill>
                <a:prstClr val="black"/>
              </a:solidFill>
              <a:latin typeface="Sylfaen" panose="010A0502050306030303" pitchFamily="18" charset="0"/>
            </a:endParaRPr>
          </a:p>
          <a:p>
            <a:pPr algn="ctr">
              <a:defRPr/>
            </a:pPr>
            <a:endParaRPr lang="fr-FR" sz="1200" dirty="0">
              <a:solidFill>
                <a:prstClr val="black"/>
              </a:solidFill>
              <a:latin typeface="Sylfaen" panose="010A0502050306030303" pitchFamily="18" charset="0"/>
            </a:endParaRPr>
          </a:p>
        </p:txBody>
      </p:sp>
    </p:spTree>
    <p:extLst>
      <p:ext uri="{BB962C8B-B14F-4D97-AF65-F5344CB8AC3E}">
        <p14:creationId xmlns:p14="http://schemas.microsoft.com/office/powerpoint/2010/main" val="1775418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Picture 2240">
            <a:extLst>
              <a:ext uri="{FF2B5EF4-FFF2-40B4-BE49-F238E27FC236}">
                <a16:creationId xmlns:a16="http://schemas.microsoft.com/office/drawing/2014/main" id="{118DA23C-5BEB-4D1E-AB94-3E463DB47D0E}"/>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1594290" y="4619944"/>
            <a:ext cx="2431998" cy="2436084"/>
          </a:xfrm>
          <a:prstGeom prst="rect">
            <a:avLst/>
          </a:prstGeom>
        </p:spPr>
      </p:pic>
      <p:cxnSp>
        <p:nvCxnSpPr>
          <p:cNvPr id="71" name="Connecteur droit 70">
            <a:extLst>
              <a:ext uri="{FF2B5EF4-FFF2-40B4-BE49-F238E27FC236}">
                <a16:creationId xmlns:a16="http://schemas.microsoft.com/office/drawing/2014/main" id="{2B801F8A-E3E7-4001-A05D-0E790B816A3D}"/>
              </a:ext>
            </a:extLst>
          </p:cNvPr>
          <p:cNvCxnSpPr>
            <a:cxnSpLocks/>
          </p:cNvCxnSpPr>
          <p:nvPr/>
        </p:nvCxnSpPr>
        <p:spPr>
          <a:xfrm>
            <a:off x="409097" y="546330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3" name="Picture 2239">
            <a:extLst>
              <a:ext uri="{FF2B5EF4-FFF2-40B4-BE49-F238E27FC236}">
                <a16:creationId xmlns:a16="http://schemas.microsoft.com/office/drawing/2014/main" id="{A5C50753-251F-4376-9148-4FF5AB675C4C}"/>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810245" y="1533201"/>
            <a:ext cx="1918658" cy="1619599"/>
          </a:xfrm>
          <a:prstGeom prst="rect">
            <a:avLst/>
          </a:prstGeom>
        </p:spPr>
      </p:pic>
      <p:sp>
        <p:nvSpPr>
          <p:cNvPr id="4" name="TextBox 3"/>
          <p:cNvSpPr txBox="1"/>
          <p:nvPr/>
        </p:nvSpPr>
        <p:spPr>
          <a:xfrm>
            <a:off x="253060" y="188552"/>
            <a:ext cx="1573379" cy="353045"/>
          </a:xfrm>
          <a:prstGeom prst="rect">
            <a:avLst/>
          </a:prstGeom>
          <a:noFill/>
        </p:spPr>
        <p:txBody>
          <a:bodyPr wrap="none" rtlCol="0">
            <a:spAutoFit/>
          </a:bodyPr>
          <a:lstStyle/>
          <a:p>
            <a:r>
              <a:rPr lang="en-US" sz="1694" dirty="0">
                <a:latin typeface="Chalk Board" panose="02000500000000000000" pitchFamily="2" charset="0"/>
              </a:rPr>
              <a:t>Date:__/__/___</a:t>
            </a:r>
          </a:p>
        </p:txBody>
      </p:sp>
      <p:sp>
        <p:nvSpPr>
          <p:cNvPr id="26" name="TextBox 3">
            <a:extLst>
              <a:ext uri="{FF2B5EF4-FFF2-40B4-BE49-F238E27FC236}">
                <a16:creationId xmlns:a16="http://schemas.microsoft.com/office/drawing/2014/main" id="{494C088C-B4DE-4A67-855E-7624479570CF}"/>
              </a:ext>
            </a:extLst>
          </p:cNvPr>
          <p:cNvSpPr txBox="1"/>
          <p:nvPr/>
        </p:nvSpPr>
        <p:spPr>
          <a:xfrm>
            <a:off x="622572" y="719463"/>
            <a:ext cx="1285929" cy="461665"/>
          </a:xfrm>
          <a:prstGeom prst="rect">
            <a:avLst/>
          </a:prstGeom>
          <a:noFill/>
        </p:spPr>
        <p:txBody>
          <a:bodyPr wrap="none" rtlCol="0">
            <a:spAutoFit/>
          </a:bodyPr>
          <a:lstStyle/>
          <a:p>
            <a:r>
              <a:rPr lang="en-US" sz="2400" b="1" i="1" u="sng" dirty="0">
                <a:latin typeface="Cambria Math" panose="02040503050406030204" pitchFamily="18" charset="0"/>
                <a:ea typeface="Cambria Math" panose="02040503050406030204" pitchFamily="18" charset="0"/>
              </a:rPr>
              <a:t>Morning</a:t>
            </a:r>
          </a:p>
        </p:txBody>
      </p:sp>
      <p:cxnSp>
        <p:nvCxnSpPr>
          <p:cNvPr id="7" name="Connecteur droit 6">
            <a:extLst>
              <a:ext uri="{FF2B5EF4-FFF2-40B4-BE49-F238E27FC236}">
                <a16:creationId xmlns:a16="http://schemas.microsoft.com/office/drawing/2014/main" id="{33BA6D7F-BFAA-40CE-B1CB-6D364C74A29E}"/>
              </a:ext>
            </a:extLst>
          </p:cNvPr>
          <p:cNvCxnSpPr>
            <a:cxnSpLocks/>
          </p:cNvCxnSpPr>
          <p:nvPr/>
        </p:nvCxnSpPr>
        <p:spPr>
          <a:xfrm>
            <a:off x="409097" y="153695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necteur droit 80">
            <a:extLst>
              <a:ext uri="{FF2B5EF4-FFF2-40B4-BE49-F238E27FC236}">
                <a16:creationId xmlns:a16="http://schemas.microsoft.com/office/drawing/2014/main" id="{2CFBF466-5127-40E0-BE18-271AAE8D0661}"/>
              </a:ext>
            </a:extLst>
          </p:cNvPr>
          <p:cNvCxnSpPr>
            <a:cxnSpLocks/>
          </p:cNvCxnSpPr>
          <p:nvPr/>
        </p:nvCxnSpPr>
        <p:spPr>
          <a:xfrm>
            <a:off x="409097" y="1854280"/>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7FBD4470-AE2C-4C1A-93B9-2F61970F0A54}"/>
              </a:ext>
            </a:extLst>
          </p:cNvPr>
          <p:cNvCxnSpPr>
            <a:cxnSpLocks/>
          </p:cNvCxnSpPr>
          <p:nvPr/>
        </p:nvCxnSpPr>
        <p:spPr>
          <a:xfrm>
            <a:off x="409097" y="216785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F5BFAFE5-9B90-4F36-88D3-1E9568C3AC87}"/>
              </a:ext>
            </a:extLst>
          </p:cNvPr>
          <p:cNvCxnSpPr>
            <a:cxnSpLocks/>
          </p:cNvCxnSpPr>
          <p:nvPr/>
        </p:nvCxnSpPr>
        <p:spPr>
          <a:xfrm>
            <a:off x="409097" y="248518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a:extLst>
              <a:ext uri="{FF2B5EF4-FFF2-40B4-BE49-F238E27FC236}">
                <a16:creationId xmlns:a16="http://schemas.microsoft.com/office/drawing/2014/main" id="{D800F58F-8B7E-454E-B7AA-8F735FB1BE35}"/>
              </a:ext>
            </a:extLst>
          </p:cNvPr>
          <p:cNvCxnSpPr>
            <a:cxnSpLocks/>
          </p:cNvCxnSpPr>
          <p:nvPr/>
        </p:nvCxnSpPr>
        <p:spPr>
          <a:xfrm>
            <a:off x="409097" y="278064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22CE8975-287D-4CAC-8387-0A27DC611C4F}"/>
              </a:ext>
            </a:extLst>
          </p:cNvPr>
          <p:cNvCxnSpPr>
            <a:cxnSpLocks/>
          </p:cNvCxnSpPr>
          <p:nvPr/>
        </p:nvCxnSpPr>
        <p:spPr>
          <a:xfrm>
            <a:off x="409097" y="309796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Dodécagone 10">
            <a:extLst>
              <a:ext uri="{FF2B5EF4-FFF2-40B4-BE49-F238E27FC236}">
                <a16:creationId xmlns:a16="http://schemas.microsoft.com/office/drawing/2014/main" id="{0774C32D-0D2B-4CB2-974B-6648824C1C2F}"/>
              </a:ext>
            </a:extLst>
          </p:cNvPr>
          <p:cNvSpPr/>
          <p:nvPr/>
        </p:nvSpPr>
        <p:spPr>
          <a:xfrm>
            <a:off x="382723" y="1343678"/>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
        <p:nvSpPr>
          <p:cNvPr id="66" name="TextBox 3">
            <a:extLst>
              <a:ext uri="{FF2B5EF4-FFF2-40B4-BE49-F238E27FC236}">
                <a16:creationId xmlns:a16="http://schemas.microsoft.com/office/drawing/2014/main" id="{2940E536-B507-4797-A688-0D7AB588F5EE}"/>
              </a:ext>
            </a:extLst>
          </p:cNvPr>
          <p:cNvSpPr txBox="1"/>
          <p:nvPr/>
        </p:nvSpPr>
        <p:spPr>
          <a:xfrm>
            <a:off x="622572" y="3425314"/>
            <a:ext cx="1493229" cy="461665"/>
          </a:xfrm>
          <a:prstGeom prst="rect">
            <a:avLst/>
          </a:prstGeom>
          <a:noFill/>
        </p:spPr>
        <p:txBody>
          <a:bodyPr wrap="none" rtlCol="0">
            <a:spAutoFit/>
          </a:bodyPr>
          <a:lstStyle/>
          <a:p>
            <a:r>
              <a:rPr lang="en-US" sz="2400" b="1" i="1" u="sng" dirty="0">
                <a:latin typeface="Cambria Math" panose="02040503050406030204" pitchFamily="18" charset="0"/>
                <a:ea typeface="Cambria Math" panose="02040503050406030204" pitchFamily="18" charset="0"/>
              </a:rPr>
              <a:t>Afternoon</a:t>
            </a:r>
          </a:p>
        </p:txBody>
      </p:sp>
      <p:cxnSp>
        <p:nvCxnSpPr>
          <p:cNvPr id="67" name="Connecteur droit 66">
            <a:extLst>
              <a:ext uri="{FF2B5EF4-FFF2-40B4-BE49-F238E27FC236}">
                <a16:creationId xmlns:a16="http://schemas.microsoft.com/office/drawing/2014/main" id="{57625337-C357-466F-9FDE-0C8518776D3D}"/>
              </a:ext>
            </a:extLst>
          </p:cNvPr>
          <p:cNvCxnSpPr>
            <a:cxnSpLocks/>
          </p:cNvCxnSpPr>
          <p:nvPr/>
        </p:nvCxnSpPr>
        <p:spPr>
          <a:xfrm>
            <a:off x="409097" y="423278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F4D95264-8C7C-4859-814E-C4E8D1410090}"/>
              </a:ext>
            </a:extLst>
          </p:cNvPr>
          <p:cNvCxnSpPr>
            <a:cxnSpLocks/>
          </p:cNvCxnSpPr>
          <p:nvPr/>
        </p:nvCxnSpPr>
        <p:spPr>
          <a:xfrm>
            <a:off x="409097" y="455011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necteur droit 68">
            <a:extLst>
              <a:ext uri="{FF2B5EF4-FFF2-40B4-BE49-F238E27FC236}">
                <a16:creationId xmlns:a16="http://schemas.microsoft.com/office/drawing/2014/main" id="{FB940271-14FA-463C-A474-D0CFF73DDD8D}"/>
              </a:ext>
            </a:extLst>
          </p:cNvPr>
          <p:cNvCxnSpPr>
            <a:cxnSpLocks/>
          </p:cNvCxnSpPr>
          <p:nvPr/>
        </p:nvCxnSpPr>
        <p:spPr>
          <a:xfrm>
            <a:off x="409097" y="4858855"/>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25335410-5AE8-4C2F-A3CE-9D14F396BCCF}"/>
              </a:ext>
            </a:extLst>
          </p:cNvPr>
          <p:cNvCxnSpPr>
            <a:cxnSpLocks/>
          </p:cNvCxnSpPr>
          <p:nvPr/>
        </p:nvCxnSpPr>
        <p:spPr>
          <a:xfrm>
            <a:off x="409097" y="514020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necteur droit 71">
            <a:extLst>
              <a:ext uri="{FF2B5EF4-FFF2-40B4-BE49-F238E27FC236}">
                <a16:creationId xmlns:a16="http://schemas.microsoft.com/office/drawing/2014/main" id="{1B14F543-F3CC-472F-ADF9-8C110001E5B4}"/>
              </a:ext>
            </a:extLst>
          </p:cNvPr>
          <p:cNvCxnSpPr>
            <a:cxnSpLocks/>
          </p:cNvCxnSpPr>
          <p:nvPr/>
        </p:nvCxnSpPr>
        <p:spPr>
          <a:xfrm>
            <a:off x="409097" y="579380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E39FEED0-B4F6-4872-8253-785B51A1832D}"/>
              </a:ext>
            </a:extLst>
          </p:cNvPr>
          <p:cNvCxnSpPr>
            <a:cxnSpLocks/>
          </p:cNvCxnSpPr>
          <p:nvPr/>
        </p:nvCxnSpPr>
        <p:spPr>
          <a:xfrm>
            <a:off x="382723" y="612591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6BBE3F75-956E-4AB1-92D2-9B65BFBD4F52}"/>
              </a:ext>
            </a:extLst>
          </p:cNvPr>
          <p:cNvCxnSpPr>
            <a:cxnSpLocks/>
          </p:cNvCxnSpPr>
          <p:nvPr/>
        </p:nvCxnSpPr>
        <p:spPr>
          <a:xfrm>
            <a:off x="382723" y="644699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0D2A77B2-EF8C-46C5-8566-9B50EB76E9C4}"/>
              </a:ext>
            </a:extLst>
          </p:cNvPr>
          <p:cNvCxnSpPr>
            <a:cxnSpLocks/>
          </p:cNvCxnSpPr>
          <p:nvPr/>
        </p:nvCxnSpPr>
        <p:spPr>
          <a:xfrm>
            <a:off x="382723" y="6760567"/>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eur droit 79">
            <a:extLst>
              <a:ext uri="{FF2B5EF4-FFF2-40B4-BE49-F238E27FC236}">
                <a16:creationId xmlns:a16="http://schemas.microsoft.com/office/drawing/2014/main" id="{BE092EEC-6783-44AA-845C-F3429B7ACEAA}"/>
              </a:ext>
            </a:extLst>
          </p:cNvPr>
          <p:cNvCxnSpPr>
            <a:cxnSpLocks/>
          </p:cNvCxnSpPr>
          <p:nvPr/>
        </p:nvCxnSpPr>
        <p:spPr>
          <a:xfrm>
            <a:off x="382723" y="707789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5B7ECE56-5642-43F3-85C7-49B8B1001266}"/>
              </a:ext>
            </a:extLst>
          </p:cNvPr>
          <p:cNvCxnSpPr>
            <a:cxnSpLocks/>
          </p:cNvCxnSpPr>
          <p:nvPr/>
        </p:nvCxnSpPr>
        <p:spPr>
          <a:xfrm>
            <a:off x="382723" y="737335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Connecteur droit 83">
            <a:extLst>
              <a:ext uri="{FF2B5EF4-FFF2-40B4-BE49-F238E27FC236}">
                <a16:creationId xmlns:a16="http://schemas.microsoft.com/office/drawing/2014/main" id="{EF89C4B4-425D-4345-81FF-13802111422B}"/>
              </a:ext>
            </a:extLst>
          </p:cNvPr>
          <p:cNvCxnSpPr>
            <a:cxnSpLocks/>
          </p:cNvCxnSpPr>
          <p:nvPr/>
        </p:nvCxnSpPr>
        <p:spPr>
          <a:xfrm>
            <a:off x="382723" y="769068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Dodécagone 37">
            <a:extLst>
              <a:ext uri="{FF2B5EF4-FFF2-40B4-BE49-F238E27FC236}">
                <a16:creationId xmlns:a16="http://schemas.microsoft.com/office/drawing/2014/main" id="{01DB558F-A93E-482B-8D3F-365ED36D4766}"/>
              </a:ext>
            </a:extLst>
          </p:cNvPr>
          <p:cNvSpPr/>
          <p:nvPr/>
        </p:nvSpPr>
        <p:spPr>
          <a:xfrm>
            <a:off x="382723" y="1974475"/>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39" name="Dodécagone 38">
            <a:extLst>
              <a:ext uri="{FF2B5EF4-FFF2-40B4-BE49-F238E27FC236}">
                <a16:creationId xmlns:a16="http://schemas.microsoft.com/office/drawing/2014/main" id="{AF7D9E52-DB17-4E70-BB16-2BAEE7E92F18}"/>
              </a:ext>
            </a:extLst>
          </p:cNvPr>
          <p:cNvSpPr/>
          <p:nvPr/>
        </p:nvSpPr>
        <p:spPr>
          <a:xfrm>
            <a:off x="382723" y="258112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40" name="Dodécagone 39">
            <a:extLst>
              <a:ext uri="{FF2B5EF4-FFF2-40B4-BE49-F238E27FC236}">
                <a16:creationId xmlns:a16="http://schemas.microsoft.com/office/drawing/2014/main" id="{A855B4BE-2787-4DF1-B371-C28FB835C07B}"/>
              </a:ext>
            </a:extLst>
          </p:cNvPr>
          <p:cNvSpPr/>
          <p:nvPr/>
        </p:nvSpPr>
        <p:spPr>
          <a:xfrm>
            <a:off x="377149" y="5919755"/>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4</a:t>
            </a:r>
          </a:p>
        </p:txBody>
      </p:sp>
      <p:sp>
        <p:nvSpPr>
          <p:cNvPr id="41" name="Dodécagone 40">
            <a:extLst>
              <a:ext uri="{FF2B5EF4-FFF2-40B4-BE49-F238E27FC236}">
                <a16:creationId xmlns:a16="http://schemas.microsoft.com/office/drawing/2014/main" id="{F5DC829C-07D4-4758-97C2-C286101FF24C}"/>
              </a:ext>
            </a:extLst>
          </p:cNvPr>
          <p:cNvSpPr/>
          <p:nvPr/>
        </p:nvSpPr>
        <p:spPr>
          <a:xfrm>
            <a:off x="382723" y="526832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42" name="Dodécagone 41">
            <a:extLst>
              <a:ext uri="{FF2B5EF4-FFF2-40B4-BE49-F238E27FC236}">
                <a16:creationId xmlns:a16="http://schemas.microsoft.com/office/drawing/2014/main" id="{96DC60EA-DE8A-4903-B2C4-C50FBF2EE434}"/>
              </a:ext>
            </a:extLst>
          </p:cNvPr>
          <p:cNvSpPr/>
          <p:nvPr/>
        </p:nvSpPr>
        <p:spPr>
          <a:xfrm>
            <a:off x="382723" y="4663420"/>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44" name="Dodécagone 43">
            <a:extLst>
              <a:ext uri="{FF2B5EF4-FFF2-40B4-BE49-F238E27FC236}">
                <a16:creationId xmlns:a16="http://schemas.microsoft.com/office/drawing/2014/main" id="{D8C4A244-7D1B-4989-ACAA-F5908438CF66}"/>
              </a:ext>
            </a:extLst>
          </p:cNvPr>
          <p:cNvSpPr/>
          <p:nvPr/>
        </p:nvSpPr>
        <p:spPr>
          <a:xfrm>
            <a:off x="382723" y="4038101"/>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
        <p:nvSpPr>
          <p:cNvPr id="45" name="Dodécagone 44">
            <a:extLst>
              <a:ext uri="{FF2B5EF4-FFF2-40B4-BE49-F238E27FC236}">
                <a16:creationId xmlns:a16="http://schemas.microsoft.com/office/drawing/2014/main" id="{D26BC6FA-0CE7-48E2-997F-B6F10F06A732}"/>
              </a:ext>
            </a:extLst>
          </p:cNvPr>
          <p:cNvSpPr/>
          <p:nvPr/>
        </p:nvSpPr>
        <p:spPr>
          <a:xfrm>
            <a:off x="387360" y="7178496"/>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p>
        </p:txBody>
      </p:sp>
      <p:sp>
        <p:nvSpPr>
          <p:cNvPr id="46" name="Dodécagone 45">
            <a:extLst>
              <a:ext uri="{FF2B5EF4-FFF2-40B4-BE49-F238E27FC236}">
                <a16:creationId xmlns:a16="http://schemas.microsoft.com/office/drawing/2014/main" id="{43CAFE53-586F-42C6-BBD3-13B91BEFAAAA}"/>
              </a:ext>
            </a:extLst>
          </p:cNvPr>
          <p:cNvSpPr/>
          <p:nvPr/>
        </p:nvSpPr>
        <p:spPr>
          <a:xfrm>
            <a:off x="377149" y="6561705"/>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5</a:t>
            </a:r>
          </a:p>
        </p:txBody>
      </p:sp>
      <p:sp>
        <p:nvSpPr>
          <p:cNvPr id="34" name="Rectangle : coins arrondis 7">
            <a:extLst>
              <a:ext uri="{FF2B5EF4-FFF2-40B4-BE49-F238E27FC236}">
                <a16:creationId xmlns:a16="http://schemas.microsoft.com/office/drawing/2014/main" id="{FB41CAC6-6B08-422F-93FB-45C2CC1FF375}"/>
              </a:ext>
            </a:extLst>
          </p:cNvPr>
          <p:cNvSpPr/>
          <p:nvPr/>
        </p:nvSpPr>
        <p:spPr>
          <a:xfrm>
            <a:off x="3238214" y="364540"/>
            <a:ext cx="1969898" cy="748790"/>
          </a:xfrm>
          <a:prstGeom prst="roundRect">
            <a:avLst/>
          </a:prstGeom>
          <a:noFill/>
          <a:ln>
            <a:solidFill>
              <a:schemeClr val="tx1"/>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800" dirty="0">
                <a:latin typeface="Brush Script MT" panose="03060802040406070304" pitchFamily="66" charset="0"/>
              </a:rPr>
              <a:t>3 6 9 Method</a:t>
            </a:r>
          </a:p>
          <a:p>
            <a:pPr algn="ctr"/>
            <a:r>
              <a:rPr lang="fr-FR" sz="1400" dirty="0">
                <a:latin typeface="Agency FB" panose="020B0503020202020204" pitchFamily="34" charset="0"/>
              </a:rPr>
              <a:t>REPEAT EVERY DAY</a:t>
            </a:r>
          </a:p>
        </p:txBody>
      </p:sp>
    </p:spTree>
    <p:extLst>
      <p:ext uri="{BB962C8B-B14F-4D97-AF65-F5344CB8AC3E}">
        <p14:creationId xmlns:p14="http://schemas.microsoft.com/office/powerpoint/2010/main" val="2405839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2">
            <a:extLst>
              <a:ext uri="{FF2B5EF4-FFF2-40B4-BE49-F238E27FC236}">
                <a16:creationId xmlns:a16="http://schemas.microsoft.com/office/drawing/2014/main" id="{850BCACD-5984-4641-9BE3-4DF039CFB4CF}"/>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flipH="1">
            <a:off x="1264951" y="2999192"/>
            <a:ext cx="2956497" cy="2231215"/>
          </a:xfrm>
          <a:prstGeom prst="rect">
            <a:avLst/>
          </a:prstGeom>
        </p:spPr>
      </p:pic>
      <p:cxnSp>
        <p:nvCxnSpPr>
          <p:cNvPr id="7" name="Connecteur droit 6">
            <a:extLst>
              <a:ext uri="{FF2B5EF4-FFF2-40B4-BE49-F238E27FC236}">
                <a16:creationId xmlns:a16="http://schemas.microsoft.com/office/drawing/2014/main" id="{33BA6D7F-BFAA-40CE-B1CB-6D364C74A29E}"/>
              </a:ext>
            </a:extLst>
          </p:cNvPr>
          <p:cNvCxnSpPr/>
          <p:nvPr/>
        </p:nvCxnSpPr>
        <p:spPr>
          <a:xfrm>
            <a:off x="342008" y="303361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necteur droit 80">
            <a:extLst>
              <a:ext uri="{FF2B5EF4-FFF2-40B4-BE49-F238E27FC236}">
                <a16:creationId xmlns:a16="http://schemas.microsoft.com/office/drawing/2014/main" id="{2CFBF466-5127-40E0-BE18-271AAE8D0661}"/>
              </a:ext>
            </a:extLst>
          </p:cNvPr>
          <p:cNvCxnSpPr/>
          <p:nvPr/>
        </p:nvCxnSpPr>
        <p:spPr>
          <a:xfrm>
            <a:off x="342008" y="3350940"/>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7FBD4470-AE2C-4C1A-93B9-2F61970F0A54}"/>
              </a:ext>
            </a:extLst>
          </p:cNvPr>
          <p:cNvCxnSpPr/>
          <p:nvPr/>
        </p:nvCxnSpPr>
        <p:spPr>
          <a:xfrm>
            <a:off x="342008" y="366451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F5BFAFE5-9B90-4F36-88D3-1E9568C3AC87}"/>
              </a:ext>
            </a:extLst>
          </p:cNvPr>
          <p:cNvCxnSpPr/>
          <p:nvPr/>
        </p:nvCxnSpPr>
        <p:spPr>
          <a:xfrm>
            <a:off x="342008" y="398184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a:extLst>
              <a:ext uri="{FF2B5EF4-FFF2-40B4-BE49-F238E27FC236}">
                <a16:creationId xmlns:a16="http://schemas.microsoft.com/office/drawing/2014/main" id="{D800F58F-8B7E-454E-B7AA-8F735FB1BE35}"/>
              </a:ext>
            </a:extLst>
          </p:cNvPr>
          <p:cNvCxnSpPr/>
          <p:nvPr/>
        </p:nvCxnSpPr>
        <p:spPr>
          <a:xfrm>
            <a:off x="342008" y="427730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22CE8975-287D-4CAC-8387-0A27DC611C4F}"/>
              </a:ext>
            </a:extLst>
          </p:cNvPr>
          <p:cNvCxnSpPr/>
          <p:nvPr/>
        </p:nvCxnSpPr>
        <p:spPr>
          <a:xfrm>
            <a:off x="342008" y="459462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90424FA7-9831-4499-B680-65841E098718}"/>
              </a:ext>
            </a:extLst>
          </p:cNvPr>
          <p:cNvCxnSpPr/>
          <p:nvPr/>
        </p:nvCxnSpPr>
        <p:spPr>
          <a:xfrm>
            <a:off x="322214" y="492083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1218A43B-2292-49DB-B094-3F2EC3E53BB0}"/>
              </a:ext>
            </a:extLst>
          </p:cNvPr>
          <p:cNvCxnSpPr/>
          <p:nvPr/>
        </p:nvCxnSpPr>
        <p:spPr>
          <a:xfrm>
            <a:off x="342008" y="5247040"/>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66065475-945A-4AAB-B1BD-CB3B7F2E2B14}"/>
              </a:ext>
            </a:extLst>
          </p:cNvPr>
          <p:cNvCxnSpPr/>
          <p:nvPr/>
        </p:nvCxnSpPr>
        <p:spPr>
          <a:xfrm>
            <a:off x="342008" y="5564367"/>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799FE546-1C66-42B8-A35E-650EECB53C0E}"/>
              </a:ext>
            </a:extLst>
          </p:cNvPr>
          <p:cNvCxnSpPr/>
          <p:nvPr/>
        </p:nvCxnSpPr>
        <p:spPr>
          <a:xfrm>
            <a:off x="342008" y="587794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5FEC806F-D874-40B4-8FED-42D1878EA76C}"/>
              </a:ext>
            </a:extLst>
          </p:cNvPr>
          <p:cNvCxnSpPr/>
          <p:nvPr/>
        </p:nvCxnSpPr>
        <p:spPr>
          <a:xfrm>
            <a:off x="342008" y="619526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Connecteur droit 131">
            <a:extLst>
              <a:ext uri="{FF2B5EF4-FFF2-40B4-BE49-F238E27FC236}">
                <a16:creationId xmlns:a16="http://schemas.microsoft.com/office/drawing/2014/main" id="{565C3962-C60A-4317-AAE4-9D3544D63142}"/>
              </a:ext>
            </a:extLst>
          </p:cNvPr>
          <p:cNvCxnSpPr/>
          <p:nvPr/>
        </p:nvCxnSpPr>
        <p:spPr>
          <a:xfrm>
            <a:off x="342008" y="6529229"/>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Connecteur droit 132">
            <a:extLst>
              <a:ext uri="{FF2B5EF4-FFF2-40B4-BE49-F238E27FC236}">
                <a16:creationId xmlns:a16="http://schemas.microsoft.com/office/drawing/2014/main" id="{3C10B5E2-0DF3-4A30-89B5-49F7035FA02F}"/>
              </a:ext>
            </a:extLst>
          </p:cNvPr>
          <p:cNvCxnSpPr/>
          <p:nvPr/>
        </p:nvCxnSpPr>
        <p:spPr>
          <a:xfrm>
            <a:off x="342008" y="684655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A8645172-006F-4361-B219-7BF96AFEED18}"/>
              </a:ext>
            </a:extLst>
          </p:cNvPr>
          <p:cNvCxnSpPr/>
          <p:nvPr/>
        </p:nvCxnSpPr>
        <p:spPr>
          <a:xfrm>
            <a:off x="322214" y="147820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B70D5F47-D74C-45FA-A5E3-E844FBD404CF}"/>
              </a:ext>
            </a:extLst>
          </p:cNvPr>
          <p:cNvCxnSpPr/>
          <p:nvPr/>
        </p:nvCxnSpPr>
        <p:spPr>
          <a:xfrm>
            <a:off x="322214" y="179552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37EE6C7D-6ACA-4E9B-B0C2-9BF671C2580E}"/>
              </a:ext>
            </a:extLst>
          </p:cNvPr>
          <p:cNvCxnSpPr/>
          <p:nvPr/>
        </p:nvCxnSpPr>
        <p:spPr>
          <a:xfrm>
            <a:off x="322214" y="2109102"/>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7B71D2CA-FB2F-4E9A-9AEB-CBE4E416C7B7}"/>
              </a:ext>
            </a:extLst>
          </p:cNvPr>
          <p:cNvCxnSpPr/>
          <p:nvPr/>
        </p:nvCxnSpPr>
        <p:spPr>
          <a:xfrm>
            <a:off x="322214" y="2426429"/>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5CEACFDD-8405-4284-85AB-60759FC9DA68}"/>
              </a:ext>
            </a:extLst>
          </p:cNvPr>
          <p:cNvCxnSpPr/>
          <p:nvPr/>
        </p:nvCxnSpPr>
        <p:spPr>
          <a:xfrm>
            <a:off x="322214" y="2721889"/>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TextBox 3">
            <a:extLst>
              <a:ext uri="{FF2B5EF4-FFF2-40B4-BE49-F238E27FC236}">
                <a16:creationId xmlns:a16="http://schemas.microsoft.com/office/drawing/2014/main" id="{35EA4CB1-EB27-4206-AE7E-7D98A216D178}"/>
              </a:ext>
            </a:extLst>
          </p:cNvPr>
          <p:cNvSpPr txBox="1"/>
          <p:nvPr/>
        </p:nvSpPr>
        <p:spPr>
          <a:xfrm>
            <a:off x="551392" y="706964"/>
            <a:ext cx="889474" cy="461665"/>
          </a:xfrm>
          <a:prstGeom prst="rect">
            <a:avLst/>
          </a:prstGeom>
          <a:noFill/>
        </p:spPr>
        <p:txBody>
          <a:bodyPr wrap="none" rtlCol="0">
            <a:spAutoFit/>
          </a:bodyPr>
          <a:lstStyle/>
          <a:p>
            <a:r>
              <a:rPr lang="en-US" sz="2400" b="1" i="1" u="sng" dirty="0">
                <a:latin typeface="Cambria Math" panose="02040503050406030204" pitchFamily="18" charset="0"/>
                <a:ea typeface="Cambria Math" panose="02040503050406030204" pitchFamily="18" charset="0"/>
              </a:rPr>
              <a:t>Night</a:t>
            </a:r>
          </a:p>
        </p:txBody>
      </p:sp>
      <p:sp>
        <p:nvSpPr>
          <p:cNvPr id="31" name="Dodécagone 30">
            <a:extLst>
              <a:ext uri="{FF2B5EF4-FFF2-40B4-BE49-F238E27FC236}">
                <a16:creationId xmlns:a16="http://schemas.microsoft.com/office/drawing/2014/main" id="{88963F85-2A2C-44A4-A2A8-487D52FC5335}"/>
              </a:ext>
            </a:extLst>
          </p:cNvPr>
          <p:cNvSpPr/>
          <p:nvPr/>
        </p:nvSpPr>
        <p:spPr>
          <a:xfrm>
            <a:off x="285061" y="1271939"/>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
        <p:nvSpPr>
          <p:cNvPr id="32" name="Dodécagone 31">
            <a:extLst>
              <a:ext uri="{FF2B5EF4-FFF2-40B4-BE49-F238E27FC236}">
                <a16:creationId xmlns:a16="http://schemas.microsoft.com/office/drawing/2014/main" id="{66AF8D5E-BAB4-4ACE-9FB8-1393D6D9A09C}"/>
              </a:ext>
            </a:extLst>
          </p:cNvPr>
          <p:cNvSpPr/>
          <p:nvPr/>
        </p:nvSpPr>
        <p:spPr>
          <a:xfrm>
            <a:off x="282806" y="2511966"/>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33" name="Dodécagone 32">
            <a:extLst>
              <a:ext uri="{FF2B5EF4-FFF2-40B4-BE49-F238E27FC236}">
                <a16:creationId xmlns:a16="http://schemas.microsoft.com/office/drawing/2014/main" id="{5713B47A-F825-468B-8A56-AFDF58EF5F6F}"/>
              </a:ext>
            </a:extLst>
          </p:cNvPr>
          <p:cNvSpPr/>
          <p:nvPr/>
        </p:nvSpPr>
        <p:spPr>
          <a:xfrm>
            <a:off x="285061" y="190613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34" name="Dodécagone 33">
            <a:extLst>
              <a:ext uri="{FF2B5EF4-FFF2-40B4-BE49-F238E27FC236}">
                <a16:creationId xmlns:a16="http://schemas.microsoft.com/office/drawing/2014/main" id="{9988C734-7DA1-486B-97F8-88DC19A61A8E}"/>
              </a:ext>
            </a:extLst>
          </p:cNvPr>
          <p:cNvSpPr/>
          <p:nvPr/>
        </p:nvSpPr>
        <p:spPr>
          <a:xfrm>
            <a:off x="322214" y="377025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5</a:t>
            </a:r>
          </a:p>
        </p:txBody>
      </p:sp>
      <p:sp>
        <p:nvSpPr>
          <p:cNvPr id="35" name="Dodécagone 34">
            <a:extLst>
              <a:ext uri="{FF2B5EF4-FFF2-40B4-BE49-F238E27FC236}">
                <a16:creationId xmlns:a16="http://schemas.microsoft.com/office/drawing/2014/main" id="{4D70FD41-396D-4A29-B499-E2A3D9AD74B7}"/>
              </a:ext>
            </a:extLst>
          </p:cNvPr>
          <p:cNvSpPr/>
          <p:nvPr/>
        </p:nvSpPr>
        <p:spPr>
          <a:xfrm>
            <a:off x="322214" y="3151671"/>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4</a:t>
            </a:r>
          </a:p>
        </p:txBody>
      </p:sp>
      <p:sp>
        <p:nvSpPr>
          <p:cNvPr id="36" name="Dodécagone 35">
            <a:extLst>
              <a:ext uri="{FF2B5EF4-FFF2-40B4-BE49-F238E27FC236}">
                <a16:creationId xmlns:a16="http://schemas.microsoft.com/office/drawing/2014/main" id="{99837262-5623-49BC-BDF4-5E0568B808DE}"/>
              </a:ext>
            </a:extLst>
          </p:cNvPr>
          <p:cNvSpPr/>
          <p:nvPr/>
        </p:nvSpPr>
        <p:spPr>
          <a:xfrm>
            <a:off x="316180" y="504499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7</a:t>
            </a:r>
          </a:p>
        </p:txBody>
      </p:sp>
      <p:sp>
        <p:nvSpPr>
          <p:cNvPr id="37" name="Dodécagone 36">
            <a:extLst>
              <a:ext uri="{FF2B5EF4-FFF2-40B4-BE49-F238E27FC236}">
                <a16:creationId xmlns:a16="http://schemas.microsoft.com/office/drawing/2014/main" id="{C1E9476D-1999-44A5-B219-E6F9B7D391EF}"/>
              </a:ext>
            </a:extLst>
          </p:cNvPr>
          <p:cNvSpPr/>
          <p:nvPr/>
        </p:nvSpPr>
        <p:spPr>
          <a:xfrm>
            <a:off x="316180" y="4381222"/>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p>
        </p:txBody>
      </p:sp>
      <p:sp>
        <p:nvSpPr>
          <p:cNvPr id="38" name="Dodécagone 37">
            <a:extLst>
              <a:ext uri="{FF2B5EF4-FFF2-40B4-BE49-F238E27FC236}">
                <a16:creationId xmlns:a16="http://schemas.microsoft.com/office/drawing/2014/main" id="{2CA942B5-22E8-4EF2-9424-3939F6619888}"/>
              </a:ext>
            </a:extLst>
          </p:cNvPr>
          <p:cNvSpPr/>
          <p:nvPr/>
        </p:nvSpPr>
        <p:spPr>
          <a:xfrm>
            <a:off x="316180" y="632616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9</a:t>
            </a:r>
          </a:p>
        </p:txBody>
      </p:sp>
      <p:sp>
        <p:nvSpPr>
          <p:cNvPr id="39" name="Dodécagone 38">
            <a:extLst>
              <a:ext uri="{FF2B5EF4-FFF2-40B4-BE49-F238E27FC236}">
                <a16:creationId xmlns:a16="http://schemas.microsoft.com/office/drawing/2014/main" id="{4C1FEB80-77E0-4576-B4AC-FB95465BEFCE}"/>
              </a:ext>
            </a:extLst>
          </p:cNvPr>
          <p:cNvSpPr/>
          <p:nvPr/>
        </p:nvSpPr>
        <p:spPr>
          <a:xfrm>
            <a:off x="316180" y="5671662"/>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8</a:t>
            </a:r>
          </a:p>
        </p:txBody>
      </p:sp>
      <p:sp>
        <p:nvSpPr>
          <p:cNvPr id="2" name="Rectangle : coins arrondis 7">
            <a:extLst>
              <a:ext uri="{FF2B5EF4-FFF2-40B4-BE49-F238E27FC236}">
                <a16:creationId xmlns:a16="http://schemas.microsoft.com/office/drawing/2014/main" id="{B51FC969-3A97-3772-4B42-842561BFC606}"/>
              </a:ext>
            </a:extLst>
          </p:cNvPr>
          <p:cNvSpPr/>
          <p:nvPr/>
        </p:nvSpPr>
        <p:spPr>
          <a:xfrm>
            <a:off x="3238214" y="364540"/>
            <a:ext cx="1969898" cy="748790"/>
          </a:xfrm>
          <a:prstGeom prst="roundRect">
            <a:avLst/>
          </a:prstGeom>
          <a:noFill/>
          <a:ln>
            <a:solidFill>
              <a:schemeClr val="tx1"/>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800" dirty="0">
                <a:latin typeface="Brush Script MT" panose="03060802040406070304" pitchFamily="66" charset="0"/>
              </a:rPr>
              <a:t>3 6 9 Method</a:t>
            </a:r>
          </a:p>
          <a:p>
            <a:pPr algn="ctr"/>
            <a:r>
              <a:rPr lang="fr-FR" sz="1400" dirty="0">
                <a:latin typeface="Agency FB" panose="020B0503020202020204" pitchFamily="34" charset="0"/>
              </a:rPr>
              <a:t>REPEAT EVERY DAY</a:t>
            </a:r>
          </a:p>
        </p:txBody>
      </p:sp>
    </p:spTree>
    <p:extLst>
      <p:ext uri="{BB962C8B-B14F-4D97-AF65-F5344CB8AC3E}">
        <p14:creationId xmlns:p14="http://schemas.microsoft.com/office/powerpoint/2010/main" val="1671926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à coins arrondis 6">
            <a:extLst>
              <a:ext uri="{FF2B5EF4-FFF2-40B4-BE49-F238E27FC236}">
                <a16:creationId xmlns:a16="http://schemas.microsoft.com/office/drawing/2014/main" id="{B5E263CD-F85E-4D03-9F9B-5A29AD14D6EF}"/>
              </a:ext>
            </a:extLst>
          </p:cNvPr>
          <p:cNvSpPr/>
          <p:nvPr/>
        </p:nvSpPr>
        <p:spPr>
          <a:xfrm>
            <a:off x="381764" y="319213"/>
            <a:ext cx="4722869" cy="7377546"/>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r-FR" sz="1800" dirty="0">
                <a:solidFill>
                  <a:schemeClr val="tx1"/>
                </a:solidFill>
                <a:latin typeface="Stencil" panose="040409050D0802020404" pitchFamily="82" charset="0"/>
              </a:rPr>
              <a:t>die "369"-Methode</a:t>
            </a:r>
          </a:p>
          <a:p>
            <a:pPr algn="just"/>
            <a:r>
              <a:rPr lang="de-DE" sz="1500" dirty="0">
                <a:solidFill>
                  <a:prstClr val="black"/>
                </a:solidFill>
                <a:latin typeface="Sylfaen" panose="010A0502050306030303" pitchFamily="18" charset="0"/>
              </a:rPr>
              <a:t>Bevor Sie sich mit Methode 369 befassen, ist es wichtig, das Konzept der Manifestation besser zu verstehen. Die Manifestation ist nichts anderes als die konkrete und greifbare Erscheinung des gewünschten Objekts. Für das, was Sie manifestieren möchten, ist es wichtig zu handeln und nicht zu sein. Als bloße Zuschauer und im passiven Warten müssen wir gemeinsam mit dem Universum erschaffen und eine aktive Rolle spielen. Eine Möglichkeit, in Partnerschaft mit dem Universum zu arbeiten und zu erschaffen, ist genau die Methode 369, die es ermöglicht, das Gesetz aktiv zu verwenden, Manifestation.</a:t>
            </a:r>
          </a:p>
          <a:p>
            <a:pPr algn="just"/>
            <a:r>
              <a:rPr lang="de-DE" sz="1500" dirty="0">
                <a:solidFill>
                  <a:schemeClr val="tx1"/>
                </a:solidFill>
                <a:latin typeface="Sylfaen" panose="010A0502050306030303" pitchFamily="18" charset="0"/>
              </a:rPr>
              <a:t>Um diese Technik zu üben, müssen Sie diesen Prozess durchlaufen:</a:t>
            </a:r>
          </a:p>
          <a:p>
            <a:pPr marL="285750" indent="-285750" algn="just">
              <a:buFont typeface="Wingdings" panose="05000000000000000000" pitchFamily="2" charset="2"/>
              <a:buChar char="§"/>
            </a:pPr>
            <a:r>
              <a:rPr lang="de-DE" sz="1500" dirty="0">
                <a:solidFill>
                  <a:schemeClr val="tx1"/>
                </a:solidFill>
                <a:latin typeface="Sylfaen" panose="010A0502050306030303" pitchFamily="18" charset="0"/>
              </a:rPr>
              <a:t>Schreiben Sie jeden Morgen gleich nach dem Aufwachen dreimal Ihre Affirmation.</a:t>
            </a:r>
          </a:p>
          <a:p>
            <a:pPr marL="285750" indent="-285750" algn="just">
              <a:buFont typeface="Wingdings" panose="05000000000000000000" pitchFamily="2" charset="2"/>
              <a:buChar char="§"/>
            </a:pPr>
            <a:r>
              <a:rPr lang="de-DE" sz="1500" dirty="0">
                <a:solidFill>
                  <a:schemeClr val="tx1"/>
                </a:solidFill>
                <a:latin typeface="Sylfaen" panose="010A0502050306030303" pitchFamily="18" charset="0"/>
              </a:rPr>
              <a:t>Schreiben Sie Ihre Aussage am Nachmittag 6-mal.</a:t>
            </a:r>
          </a:p>
          <a:p>
            <a:pPr marL="285750" indent="-285750" algn="just">
              <a:buFont typeface="Wingdings" panose="05000000000000000000" pitchFamily="2" charset="2"/>
              <a:buChar char="§"/>
            </a:pPr>
            <a:r>
              <a:rPr lang="de-DE" sz="1500" dirty="0">
                <a:solidFill>
                  <a:schemeClr val="tx1"/>
                </a:solidFill>
                <a:latin typeface="Sylfaen" panose="010A0502050306030303" pitchFamily="18" charset="0"/>
              </a:rPr>
              <a:t>Schreiben Sie nachts, bevor Sie zu Bett gehen, Ihre Affirmation 9 Mal und denken Sie darüber nach, was Sie manifestieren möchten.</a:t>
            </a:r>
          </a:p>
          <a:p>
            <a:pPr algn="just"/>
            <a:r>
              <a:rPr lang="de-DE" sz="1500" dirty="0">
                <a:solidFill>
                  <a:schemeClr val="tx1"/>
                </a:solidFill>
                <a:latin typeface="Sylfaen" panose="010A0502050306030303" pitchFamily="18" charset="0"/>
              </a:rPr>
              <a:t>Wiederholen Sie diese Schritte 33 bis 45 Tage lang, während Sie Maßnahmen ergreifen oder auf Ihre Ziele hinarbeiten, und sie werden mit Sicherheit auftauchen.</a:t>
            </a:r>
            <a:endParaRPr lang="en-US" sz="1500" dirty="0">
              <a:solidFill>
                <a:schemeClr val="tx1"/>
              </a:solidFill>
              <a:latin typeface="Stencil" panose="040409050D0802020404" pitchFamily="82" charset="0"/>
            </a:endParaRPr>
          </a:p>
        </p:txBody>
      </p:sp>
      <p:sp>
        <p:nvSpPr>
          <p:cNvPr id="3" name="Organigramme : Procédé 2">
            <a:extLst>
              <a:ext uri="{FF2B5EF4-FFF2-40B4-BE49-F238E27FC236}">
                <a16:creationId xmlns:a16="http://schemas.microsoft.com/office/drawing/2014/main" id="{F9CCF173-9EB4-49CC-81E4-D8440119987E}"/>
              </a:ext>
            </a:extLst>
          </p:cNvPr>
          <p:cNvSpPr/>
          <p:nvPr/>
        </p:nvSpPr>
        <p:spPr>
          <a:xfrm>
            <a:off x="667793" y="7102495"/>
            <a:ext cx="4150809" cy="246571"/>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err="1">
                <a:solidFill>
                  <a:schemeClr val="tx1"/>
                </a:solidFill>
                <a:latin typeface="Blackadder ITC" panose="04020505051007020D02" pitchFamily="82" charset="0"/>
              </a:rPr>
              <a:t>Manifestiere</a:t>
            </a:r>
            <a:r>
              <a:rPr lang="fr-FR" sz="3200" dirty="0">
                <a:solidFill>
                  <a:schemeClr val="tx1"/>
                </a:solidFill>
                <a:latin typeface="Blackadder ITC" panose="04020505051007020D02" pitchFamily="82" charset="0"/>
              </a:rPr>
              <a:t> </a:t>
            </a:r>
            <a:r>
              <a:rPr lang="fr-FR" sz="3200" dirty="0" err="1">
                <a:solidFill>
                  <a:schemeClr val="tx1"/>
                </a:solidFill>
                <a:latin typeface="Blackadder ITC" panose="04020505051007020D02" pitchFamily="82" charset="0"/>
              </a:rPr>
              <a:t>deine</a:t>
            </a:r>
            <a:r>
              <a:rPr lang="fr-FR" sz="3200" dirty="0">
                <a:solidFill>
                  <a:schemeClr val="tx1"/>
                </a:solidFill>
                <a:latin typeface="Blackadder ITC" panose="04020505051007020D02" pitchFamily="82" charset="0"/>
              </a:rPr>
              <a:t> </a:t>
            </a:r>
            <a:r>
              <a:rPr lang="fr-FR" sz="3200" dirty="0" err="1">
                <a:solidFill>
                  <a:schemeClr val="tx1"/>
                </a:solidFill>
                <a:latin typeface="Blackadder ITC" panose="04020505051007020D02" pitchFamily="82" charset="0"/>
              </a:rPr>
              <a:t>Träume</a:t>
            </a:r>
            <a:r>
              <a:rPr lang="fr-FR" sz="3200" dirty="0">
                <a:solidFill>
                  <a:schemeClr val="tx1"/>
                </a:solidFill>
                <a:latin typeface="Blackadder ITC" panose="04020505051007020D02" pitchFamily="82" charset="0"/>
              </a:rPr>
              <a:t>!</a:t>
            </a:r>
          </a:p>
        </p:txBody>
      </p:sp>
    </p:spTree>
    <p:extLst>
      <p:ext uri="{BB962C8B-B14F-4D97-AF65-F5344CB8AC3E}">
        <p14:creationId xmlns:p14="http://schemas.microsoft.com/office/powerpoint/2010/main" val="201203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Picture 2240">
            <a:extLst>
              <a:ext uri="{FF2B5EF4-FFF2-40B4-BE49-F238E27FC236}">
                <a16:creationId xmlns:a16="http://schemas.microsoft.com/office/drawing/2014/main" id="{118DA23C-5BEB-4D1E-AB94-3E463DB47D0E}"/>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1594290" y="4619944"/>
            <a:ext cx="2431998" cy="2436084"/>
          </a:xfrm>
          <a:prstGeom prst="rect">
            <a:avLst/>
          </a:prstGeom>
        </p:spPr>
      </p:pic>
      <p:cxnSp>
        <p:nvCxnSpPr>
          <p:cNvPr id="71" name="Connecteur droit 70">
            <a:extLst>
              <a:ext uri="{FF2B5EF4-FFF2-40B4-BE49-F238E27FC236}">
                <a16:creationId xmlns:a16="http://schemas.microsoft.com/office/drawing/2014/main" id="{2B801F8A-E3E7-4001-A05D-0E790B816A3D}"/>
              </a:ext>
            </a:extLst>
          </p:cNvPr>
          <p:cNvCxnSpPr>
            <a:cxnSpLocks/>
          </p:cNvCxnSpPr>
          <p:nvPr/>
        </p:nvCxnSpPr>
        <p:spPr>
          <a:xfrm>
            <a:off x="409097" y="546330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3" name="Picture 2239">
            <a:extLst>
              <a:ext uri="{FF2B5EF4-FFF2-40B4-BE49-F238E27FC236}">
                <a16:creationId xmlns:a16="http://schemas.microsoft.com/office/drawing/2014/main" id="{A5C50753-251F-4376-9148-4FF5AB675C4C}"/>
              </a:ext>
            </a:extLst>
          </p:cNvPr>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810245" y="1533201"/>
            <a:ext cx="1918658" cy="1619599"/>
          </a:xfrm>
          <a:prstGeom prst="rect">
            <a:avLst/>
          </a:prstGeom>
        </p:spPr>
      </p:pic>
      <p:sp>
        <p:nvSpPr>
          <p:cNvPr id="4" name="TextBox 3"/>
          <p:cNvSpPr txBox="1"/>
          <p:nvPr/>
        </p:nvSpPr>
        <p:spPr>
          <a:xfrm>
            <a:off x="253060" y="188552"/>
            <a:ext cx="1854610" cy="353045"/>
          </a:xfrm>
          <a:prstGeom prst="rect">
            <a:avLst/>
          </a:prstGeom>
          <a:noFill/>
        </p:spPr>
        <p:txBody>
          <a:bodyPr wrap="none" rtlCol="0">
            <a:spAutoFit/>
          </a:bodyPr>
          <a:lstStyle/>
          <a:p>
            <a:r>
              <a:rPr lang="en-US" sz="1694" dirty="0">
                <a:latin typeface="Chalk Board" panose="02000500000000000000" pitchFamily="2" charset="0"/>
              </a:rPr>
              <a:t>Datum : __/__/___</a:t>
            </a:r>
          </a:p>
        </p:txBody>
      </p:sp>
      <p:sp>
        <p:nvSpPr>
          <p:cNvPr id="26" name="TextBox 3">
            <a:extLst>
              <a:ext uri="{FF2B5EF4-FFF2-40B4-BE49-F238E27FC236}">
                <a16:creationId xmlns:a16="http://schemas.microsoft.com/office/drawing/2014/main" id="{494C088C-B4DE-4A67-855E-7624479570CF}"/>
              </a:ext>
            </a:extLst>
          </p:cNvPr>
          <p:cNvSpPr txBox="1"/>
          <p:nvPr/>
        </p:nvSpPr>
        <p:spPr>
          <a:xfrm>
            <a:off x="278288" y="773249"/>
            <a:ext cx="2891369" cy="400110"/>
          </a:xfrm>
          <a:prstGeom prst="rect">
            <a:avLst/>
          </a:prstGeom>
          <a:noFill/>
        </p:spPr>
        <p:txBody>
          <a:bodyPr wrap="none" rtlCol="0">
            <a:spAutoFit/>
          </a:bodyPr>
          <a:lstStyle/>
          <a:p>
            <a:r>
              <a:rPr lang="en-US" sz="2000" dirty="0">
                <a:latin typeface="Matura MT Script Capitals" panose="03020802060602070202" pitchFamily="66" charset="0"/>
              </a:rPr>
              <a:t>Morgen-Manifestation</a:t>
            </a:r>
          </a:p>
        </p:txBody>
      </p:sp>
      <p:cxnSp>
        <p:nvCxnSpPr>
          <p:cNvPr id="7" name="Connecteur droit 6">
            <a:extLst>
              <a:ext uri="{FF2B5EF4-FFF2-40B4-BE49-F238E27FC236}">
                <a16:creationId xmlns:a16="http://schemas.microsoft.com/office/drawing/2014/main" id="{33BA6D7F-BFAA-40CE-B1CB-6D364C74A29E}"/>
              </a:ext>
            </a:extLst>
          </p:cNvPr>
          <p:cNvCxnSpPr>
            <a:cxnSpLocks/>
          </p:cNvCxnSpPr>
          <p:nvPr/>
        </p:nvCxnSpPr>
        <p:spPr>
          <a:xfrm>
            <a:off x="409097" y="153695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necteur droit 80">
            <a:extLst>
              <a:ext uri="{FF2B5EF4-FFF2-40B4-BE49-F238E27FC236}">
                <a16:creationId xmlns:a16="http://schemas.microsoft.com/office/drawing/2014/main" id="{2CFBF466-5127-40E0-BE18-271AAE8D0661}"/>
              </a:ext>
            </a:extLst>
          </p:cNvPr>
          <p:cNvCxnSpPr>
            <a:cxnSpLocks/>
          </p:cNvCxnSpPr>
          <p:nvPr/>
        </p:nvCxnSpPr>
        <p:spPr>
          <a:xfrm>
            <a:off x="409097" y="1854280"/>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7FBD4470-AE2C-4C1A-93B9-2F61970F0A54}"/>
              </a:ext>
            </a:extLst>
          </p:cNvPr>
          <p:cNvCxnSpPr>
            <a:cxnSpLocks/>
          </p:cNvCxnSpPr>
          <p:nvPr/>
        </p:nvCxnSpPr>
        <p:spPr>
          <a:xfrm>
            <a:off x="409097" y="216785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F5BFAFE5-9B90-4F36-88D3-1E9568C3AC87}"/>
              </a:ext>
            </a:extLst>
          </p:cNvPr>
          <p:cNvCxnSpPr>
            <a:cxnSpLocks/>
          </p:cNvCxnSpPr>
          <p:nvPr/>
        </p:nvCxnSpPr>
        <p:spPr>
          <a:xfrm>
            <a:off x="409097" y="248518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a:extLst>
              <a:ext uri="{FF2B5EF4-FFF2-40B4-BE49-F238E27FC236}">
                <a16:creationId xmlns:a16="http://schemas.microsoft.com/office/drawing/2014/main" id="{D800F58F-8B7E-454E-B7AA-8F735FB1BE35}"/>
              </a:ext>
            </a:extLst>
          </p:cNvPr>
          <p:cNvCxnSpPr>
            <a:cxnSpLocks/>
          </p:cNvCxnSpPr>
          <p:nvPr/>
        </p:nvCxnSpPr>
        <p:spPr>
          <a:xfrm>
            <a:off x="409097" y="278064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22CE8975-287D-4CAC-8387-0A27DC611C4F}"/>
              </a:ext>
            </a:extLst>
          </p:cNvPr>
          <p:cNvCxnSpPr>
            <a:cxnSpLocks/>
          </p:cNvCxnSpPr>
          <p:nvPr/>
        </p:nvCxnSpPr>
        <p:spPr>
          <a:xfrm>
            <a:off x="409097" y="309796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Dodécagone 10">
            <a:extLst>
              <a:ext uri="{FF2B5EF4-FFF2-40B4-BE49-F238E27FC236}">
                <a16:creationId xmlns:a16="http://schemas.microsoft.com/office/drawing/2014/main" id="{0774C32D-0D2B-4CB2-974B-6648824C1C2F}"/>
              </a:ext>
            </a:extLst>
          </p:cNvPr>
          <p:cNvSpPr/>
          <p:nvPr/>
        </p:nvSpPr>
        <p:spPr>
          <a:xfrm>
            <a:off x="382723" y="1343678"/>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cxnSp>
        <p:nvCxnSpPr>
          <p:cNvPr id="67" name="Connecteur droit 66">
            <a:extLst>
              <a:ext uri="{FF2B5EF4-FFF2-40B4-BE49-F238E27FC236}">
                <a16:creationId xmlns:a16="http://schemas.microsoft.com/office/drawing/2014/main" id="{57625337-C357-466F-9FDE-0C8518776D3D}"/>
              </a:ext>
            </a:extLst>
          </p:cNvPr>
          <p:cNvCxnSpPr>
            <a:cxnSpLocks/>
          </p:cNvCxnSpPr>
          <p:nvPr/>
        </p:nvCxnSpPr>
        <p:spPr>
          <a:xfrm>
            <a:off x="409097" y="423278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F4D95264-8C7C-4859-814E-C4E8D1410090}"/>
              </a:ext>
            </a:extLst>
          </p:cNvPr>
          <p:cNvCxnSpPr>
            <a:cxnSpLocks/>
          </p:cNvCxnSpPr>
          <p:nvPr/>
        </p:nvCxnSpPr>
        <p:spPr>
          <a:xfrm>
            <a:off x="409097" y="455011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necteur droit 68">
            <a:extLst>
              <a:ext uri="{FF2B5EF4-FFF2-40B4-BE49-F238E27FC236}">
                <a16:creationId xmlns:a16="http://schemas.microsoft.com/office/drawing/2014/main" id="{FB940271-14FA-463C-A474-D0CFF73DDD8D}"/>
              </a:ext>
            </a:extLst>
          </p:cNvPr>
          <p:cNvCxnSpPr>
            <a:cxnSpLocks/>
          </p:cNvCxnSpPr>
          <p:nvPr/>
        </p:nvCxnSpPr>
        <p:spPr>
          <a:xfrm>
            <a:off x="409097" y="4858855"/>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25335410-5AE8-4C2F-A3CE-9D14F396BCCF}"/>
              </a:ext>
            </a:extLst>
          </p:cNvPr>
          <p:cNvCxnSpPr>
            <a:cxnSpLocks/>
          </p:cNvCxnSpPr>
          <p:nvPr/>
        </p:nvCxnSpPr>
        <p:spPr>
          <a:xfrm>
            <a:off x="409097" y="517104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necteur droit 71">
            <a:extLst>
              <a:ext uri="{FF2B5EF4-FFF2-40B4-BE49-F238E27FC236}">
                <a16:creationId xmlns:a16="http://schemas.microsoft.com/office/drawing/2014/main" id="{1B14F543-F3CC-472F-ADF9-8C110001E5B4}"/>
              </a:ext>
            </a:extLst>
          </p:cNvPr>
          <p:cNvCxnSpPr>
            <a:cxnSpLocks/>
          </p:cNvCxnSpPr>
          <p:nvPr/>
        </p:nvCxnSpPr>
        <p:spPr>
          <a:xfrm>
            <a:off x="409097" y="579380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E39FEED0-B4F6-4872-8253-785B51A1832D}"/>
              </a:ext>
            </a:extLst>
          </p:cNvPr>
          <p:cNvCxnSpPr>
            <a:cxnSpLocks/>
          </p:cNvCxnSpPr>
          <p:nvPr/>
        </p:nvCxnSpPr>
        <p:spPr>
          <a:xfrm>
            <a:off x="382723" y="612591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6BBE3F75-956E-4AB1-92D2-9B65BFBD4F52}"/>
              </a:ext>
            </a:extLst>
          </p:cNvPr>
          <p:cNvCxnSpPr>
            <a:cxnSpLocks/>
          </p:cNvCxnSpPr>
          <p:nvPr/>
        </p:nvCxnSpPr>
        <p:spPr>
          <a:xfrm>
            <a:off x="382723" y="644699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0D2A77B2-EF8C-46C5-8566-9B50EB76E9C4}"/>
              </a:ext>
            </a:extLst>
          </p:cNvPr>
          <p:cNvCxnSpPr>
            <a:cxnSpLocks/>
          </p:cNvCxnSpPr>
          <p:nvPr/>
        </p:nvCxnSpPr>
        <p:spPr>
          <a:xfrm>
            <a:off x="382723" y="6760567"/>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eur droit 79">
            <a:extLst>
              <a:ext uri="{FF2B5EF4-FFF2-40B4-BE49-F238E27FC236}">
                <a16:creationId xmlns:a16="http://schemas.microsoft.com/office/drawing/2014/main" id="{BE092EEC-6783-44AA-845C-F3429B7ACEAA}"/>
              </a:ext>
            </a:extLst>
          </p:cNvPr>
          <p:cNvCxnSpPr>
            <a:cxnSpLocks/>
          </p:cNvCxnSpPr>
          <p:nvPr/>
        </p:nvCxnSpPr>
        <p:spPr>
          <a:xfrm>
            <a:off x="382723" y="707789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5B7ECE56-5642-43F3-85C7-49B8B1001266}"/>
              </a:ext>
            </a:extLst>
          </p:cNvPr>
          <p:cNvCxnSpPr>
            <a:cxnSpLocks/>
          </p:cNvCxnSpPr>
          <p:nvPr/>
        </p:nvCxnSpPr>
        <p:spPr>
          <a:xfrm>
            <a:off x="382723" y="737335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Connecteur droit 83">
            <a:extLst>
              <a:ext uri="{FF2B5EF4-FFF2-40B4-BE49-F238E27FC236}">
                <a16:creationId xmlns:a16="http://schemas.microsoft.com/office/drawing/2014/main" id="{EF89C4B4-425D-4345-81FF-13802111422B}"/>
              </a:ext>
            </a:extLst>
          </p:cNvPr>
          <p:cNvCxnSpPr>
            <a:cxnSpLocks/>
          </p:cNvCxnSpPr>
          <p:nvPr/>
        </p:nvCxnSpPr>
        <p:spPr>
          <a:xfrm>
            <a:off x="382723" y="769068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Dodécagone 37">
            <a:extLst>
              <a:ext uri="{FF2B5EF4-FFF2-40B4-BE49-F238E27FC236}">
                <a16:creationId xmlns:a16="http://schemas.microsoft.com/office/drawing/2014/main" id="{01DB558F-A93E-482B-8D3F-365ED36D4766}"/>
              </a:ext>
            </a:extLst>
          </p:cNvPr>
          <p:cNvSpPr/>
          <p:nvPr/>
        </p:nvSpPr>
        <p:spPr>
          <a:xfrm>
            <a:off x="382723" y="1974475"/>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39" name="Dodécagone 38">
            <a:extLst>
              <a:ext uri="{FF2B5EF4-FFF2-40B4-BE49-F238E27FC236}">
                <a16:creationId xmlns:a16="http://schemas.microsoft.com/office/drawing/2014/main" id="{AF7D9E52-DB17-4E70-BB16-2BAEE7E92F18}"/>
              </a:ext>
            </a:extLst>
          </p:cNvPr>
          <p:cNvSpPr/>
          <p:nvPr/>
        </p:nvSpPr>
        <p:spPr>
          <a:xfrm>
            <a:off x="382723" y="258112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40" name="Dodécagone 39">
            <a:extLst>
              <a:ext uri="{FF2B5EF4-FFF2-40B4-BE49-F238E27FC236}">
                <a16:creationId xmlns:a16="http://schemas.microsoft.com/office/drawing/2014/main" id="{A855B4BE-2787-4DF1-B371-C28FB835C07B}"/>
              </a:ext>
            </a:extLst>
          </p:cNvPr>
          <p:cNvSpPr/>
          <p:nvPr/>
        </p:nvSpPr>
        <p:spPr>
          <a:xfrm>
            <a:off x="377149" y="5919755"/>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4</a:t>
            </a:r>
          </a:p>
        </p:txBody>
      </p:sp>
      <p:sp>
        <p:nvSpPr>
          <p:cNvPr id="41" name="Dodécagone 40">
            <a:extLst>
              <a:ext uri="{FF2B5EF4-FFF2-40B4-BE49-F238E27FC236}">
                <a16:creationId xmlns:a16="http://schemas.microsoft.com/office/drawing/2014/main" id="{F5DC829C-07D4-4758-97C2-C286101FF24C}"/>
              </a:ext>
            </a:extLst>
          </p:cNvPr>
          <p:cNvSpPr/>
          <p:nvPr/>
        </p:nvSpPr>
        <p:spPr>
          <a:xfrm>
            <a:off x="382723" y="526832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42" name="Dodécagone 41">
            <a:extLst>
              <a:ext uri="{FF2B5EF4-FFF2-40B4-BE49-F238E27FC236}">
                <a16:creationId xmlns:a16="http://schemas.microsoft.com/office/drawing/2014/main" id="{96DC60EA-DE8A-4903-B2C4-C50FBF2EE434}"/>
              </a:ext>
            </a:extLst>
          </p:cNvPr>
          <p:cNvSpPr/>
          <p:nvPr/>
        </p:nvSpPr>
        <p:spPr>
          <a:xfrm>
            <a:off x="382723" y="4663420"/>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44" name="Dodécagone 43">
            <a:extLst>
              <a:ext uri="{FF2B5EF4-FFF2-40B4-BE49-F238E27FC236}">
                <a16:creationId xmlns:a16="http://schemas.microsoft.com/office/drawing/2014/main" id="{D8C4A244-7D1B-4989-ACAA-F5908438CF66}"/>
              </a:ext>
            </a:extLst>
          </p:cNvPr>
          <p:cNvSpPr/>
          <p:nvPr/>
        </p:nvSpPr>
        <p:spPr>
          <a:xfrm>
            <a:off x="382723" y="4038101"/>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
        <p:nvSpPr>
          <p:cNvPr id="45" name="Dodécagone 44">
            <a:extLst>
              <a:ext uri="{FF2B5EF4-FFF2-40B4-BE49-F238E27FC236}">
                <a16:creationId xmlns:a16="http://schemas.microsoft.com/office/drawing/2014/main" id="{D26BC6FA-0CE7-48E2-997F-B6F10F06A732}"/>
              </a:ext>
            </a:extLst>
          </p:cNvPr>
          <p:cNvSpPr/>
          <p:nvPr/>
        </p:nvSpPr>
        <p:spPr>
          <a:xfrm>
            <a:off x="387360" y="7178496"/>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p>
        </p:txBody>
      </p:sp>
      <p:sp>
        <p:nvSpPr>
          <p:cNvPr id="46" name="Dodécagone 45">
            <a:extLst>
              <a:ext uri="{FF2B5EF4-FFF2-40B4-BE49-F238E27FC236}">
                <a16:creationId xmlns:a16="http://schemas.microsoft.com/office/drawing/2014/main" id="{43CAFE53-586F-42C6-BBD3-13B91BEFAAAA}"/>
              </a:ext>
            </a:extLst>
          </p:cNvPr>
          <p:cNvSpPr/>
          <p:nvPr/>
        </p:nvSpPr>
        <p:spPr>
          <a:xfrm>
            <a:off x="377149" y="6561705"/>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5</a:t>
            </a:r>
          </a:p>
        </p:txBody>
      </p:sp>
      <p:cxnSp>
        <p:nvCxnSpPr>
          <p:cNvPr id="37" name="Connecteur droit 36">
            <a:extLst>
              <a:ext uri="{FF2B5EF4-FFF2-40B4-BE49-F238E27FC236}">
                <a16:creationId xmlns:a16="http://schemas.microsoft.com/office/drawing/2014/main" id="{35A57BA8-4BAD-4B5E-859E-563C45687264}"/>
              </a:ext>
            </a:extLst>
          </p:cNvPr>
          <p:cNvCxnSpPr>
            <a:cxnSpLocks/>
          </p:cNvCxnSpPr>
          <p:nvPr/>
        </p:nvCxnSpPr>
        <p:spPr>
          <a:xfrm>
            <a:off x="354363" y="1137138"/>
            <a:ext cx="2726866" cy="0"/>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sp>
        <p:nvSpPr>
          <p:cNvPr id="8" name="Rectangle : coins arrondis 7">
            <a:extLst>
              <a:ext uri="{FF2B5EF4-FFF2-40B4-BE49-F238E27FC236}">
                <a16:creationId xmlns:a16="http://schemas.microsoft.com/office/drawing/2014/main" id="{3A258D48-A6D4-4D69-A035-94A2A0009CEF}"/>
              </a:ext>
            </a:extLst>
          </p:cNvPr>
          <p:cNvSpPr/>
          <p:nvPr/>
        </p:nvSpPr>
        <p:spPr>
          <a:xfrm>
            <a:off x="3425638" y="364540"/>
            <a:ext cx="1782474" cy="748790"/>
          </a:xfrm>
          <a:prstGeom prst="roundRect">
            <a:avLst/>
          </a:prstGeom>
          <a:noFill/>
          <a:ln>
            <a:solidFill>
              <a:schemeClr val="tx1"/>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400" dirty="0">
                <a:latin typeface="Brush Script MT" panose="03060802040406070304" pitchFamily="66" charset="0"/>
              </a:rPr>
              <a:t>369 </a:t>
            </a:r>
            <a:r>
              <a:rPr lang="fr-FR" sz="2400" dirty="0" err="1">
                <a:latin typeface="Brush Script MT" panose="03060802040406070304" pitchFamily="66" charset="0"/>
              </a:rPr>
              <a:t>Methode</a:t>
            </a:r>
            <a:endParaRPr lang="fr-FR" sz="2400" dirty="0">
              <a:latin typeface="Brush Script MT" panose="03060802040406070304" pitchFamily="66" charset="0"/>
            </a:endParaRPr>
          </a:p>
          <a:p>
            <a:pPr algn="ctr"/>
            <a:r>
              <a:rPr lang="fr-FR" sz="1400" dirty="0">
                <a:latin typeface="Agency FB" panose="020B0503020202020204" pitchFamily="34" charset="0"/>
              </a:rPr>
              <a:t>WIEDERHOLE JEDEN TAG</a:t>
            </a:r>
          </a:p>
        </p:txBody>
      </p:sp>
      <p:sp>
        <p:nvSpPr>
          <p:cNvPr id="49" name="TextBox 3">
            <a:extLst>
              <a:ext uri="{FF2B5EF4-FFF2-40B4-BE49-F238E27FC236}">
                <a16:creationId xmlns:a16="http://schemas.microsoft.com/office/drawing/2014/main" id="{EF12F5CA-BEE6-4619-AB03-A402F172D573}"/>
              </a:ext>
            </a:extLst>
          </p:cNvPr>
          <p:cNvSpPr txBox="1"/>
          <p:nvPr/>
        </p:nvSpPr>
        <p:spPr>
          <a:xfrm>
            <a:off x="253060" y="3379025"/>
            <a:ext cx="3475631" cy="400110"/>
          </a:xfrm>
          <a:prstGeom prst="rect">
            <a:avLst/>
          </a:prstGeom>
          <a:noFill/>
        </p:spPr>
        <p:txBody>
          <a:bodyPr wrap="none" rtlCol="0">
            <a:spAutoFit/>
          </a:bodyPr>
          <a:lstStyle/>
          <a:p>
            <a:r>
              <a:rPr lang="en-US" sz="2000" dirty="0" err="1">
                <a:latin typeface="Matura MT Script Capitals" panose="03020802060602070202" pitchFamily="66" charset="0"/>
              </a:rPr>
              <a:t>Nachmittags</a:t>
            </a:r>
            <a:r>
              <a:rPr lang="en-US" sz="2000" dirty="0">
                <a:latin typeface="Matura MT Script Capitals" panose="03020802060602070202" pitchFamily="66" charset="0"/>
              </a:rPr>
              <a:t>-Manifestation</a:t>
            </a:r>
          </a:p>
        </p:txBody>
      </p:sp>
      <p:cxnSp>
        <p:nvCxnSpPr>
          <p:cNvPr id="50" name="Connecteur droit 49">
            <a:extLst>
              <a:ext uri="{FF2B5EF4-FFF2-40B4-BE49-F238E27FC236}">
                <a16:creationId xmlns:a16="http://schemas.microsoft.com/office/drawing/2014/main" id="{573A4606-B486-474A-AC77-A55BC3B86472}"/>
              </a:ext>
            </a:extLst>
          </p:cNvPr>
          <p:cNvCxnSpPr>
            <a:cxnSpLocks/>
          </p:cNvCxnSpPr>
          <p:nvPr/>
        </p:nvCxnSpPr>
        <p:spPr>
          <a:xfrm>
            <a:off x="329135" y="3742914"/>
            <a:ext cx="3320301" cy="0"/>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4134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2">
            <a:extLst>
              <a:ext uri="{FF2B5EF4-FFF2-40B4-BE49-F238E27FC236}">
                <a16:creationId xmlns:a16="http://schemas.microsoft.com/office/drawing/2014/main" id="{850BCACD-5984-4641-9BE3-4DF039CFB4CF}"/>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flipH="1">
            <a:off x="1264950" y="3344229"/>
            <a:ext cx="2956497" cy="2231215"/>
          </a:xfrm>
          <a:prstGeom prst="rect">
            <a:avLst/>
          </a:prstGeom>
        </p:spPr>
      </p:pic>
      <p:cxnSp>
        <p:nvCxnSpPr>
          <p:cNvPr id="7" name="Connecteur droit 6">
            <a:extLst>
              <a:ext uri="{FF2B5EF4-FFF2-40B4-BE49-F238E27FC236}">
                <a16:creationId xmlns:a16="http://schemas.microsoft.com/office/drawing/2014/main" id="{33BA6D7F-BFAA-40CE-B1CB-6D364C74A29E}"/>
              </a:ext>
            </a:extLst>
          </p:cNvPr>
          <p:cNvCxnSpPr/>
          <p:nvPr/>
        </p:nvCxnSpPr>
        <p:spPr>
          <a:xfrm>
            <a:off x="342007" y="3378650"/>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necteur droit 80">
            <a:extLst>
              <a:ext uri="{FF2B5EF4-FFF2-40B4-BE49-F238E27FC236}">
                <a16:creationId xmlns:a16="http://schemas.microsoft.com/office/drawing/2014/main" id="{2CFBF466-5127-40E0-BE18-271AAE8D0661}"/>
              </a:ext>
            </a:extLst>
          </p:cNvPr>
          <p:cNvCxnSpPr/>
          <p:nvPr/>
        </p:nvCxnSpPr>
        <p:spPr>
          <a:xfrm>
            <a:off x="342007" y="3695977"/>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7FBD4470-AE2C-4C1A-93B9-2F61970F0A54}"/>
              </a:ext>
            </a:extLst>
          </p:cNvPr>
          <p:cNvCxnSpPr/>
          <p:nvPr/>
        </p:nvCxnSpPr>
        <p:spPr>
          <a:xfrm>
            <a:off x="342007" y="400955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necteur droit 84">
            <a:extLst>
              <a:ext uri="{FF2B5EF4-FFF2-40B4-BE49-F238E27FC236}">
                <a16:creationId xmlns:a16="http://schemas.microsoft.com/office/drawing/2014/main" id="{F5BFAFE5-9B90-4F36-88D3-1E9568C3AC87}"/>
              </a:ext>
            </a:extLst>
          </p:cNvPr>
          <p:cNvCxnSpPr/>
          <p:nvPr/>
        </p:nvCxnSpPr>
        <p:spPr>
          <a:xfrm>
            <a:off x="342007" y="432687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a:extLst>
              <a:ext uri="{FF2B5EF4-FFF2-40B4-BE49-F238E27FC236}">
                <a16:creationId xmlns:a16="http://schemas.microsoft.com/office/drawing/2014/main" id="{D800F58F-8B7E-454E-B7AA-8F735FB1BE35}"/>
              </a:ext>
            </a:extLst>
          </p:cNvPr>
          <p:cNvCxnSpPr/>
          <p:nvPr/>
        </p:nvCxnSpPr>
        <p:spPr>
          <a:xfrm>
            <a:off x="342007" y="462233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22CE8975-287D-4CAC-8387-0A27DC611C4F}"/>
              </a:ext>
            </a:extLst>
          </p:cNvPr>
          <p:cNvCxnSpPr/>
          <p:nvPr/>
        </p:nvCxnSpPr>
        <p:spPr>
          <a:xfrm>
            <a:off x="342007" y="4939665"/>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90424FA7-9831-4499-B680-65841E098718}"/>
              </a:ext>
            </a:extLst>
          </p:cNvPr>
          <p:cNvCxnSpPr/>
          <p:nvPr/>
        </p:nvCxnSpPr>
        <p:spPr>
          <a:xfrm>
            <a:off x="322213" y="5265871"/>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1218A43B-2292-49DB-B094-3F2EC3E53BB0}"/>
              </a:ext>
            </a:extLst>
          </p:cNvPr>
          <p:cNvCxnSpPr/>
          <p:nvPr/>
        </p:nvCxnSpPr>
        <p:spPr>
          <a:xfrm>
            <a:off x="342007" y="5592077"/>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66065475-945A-4AAB-B1BD-CB3B7F2E2B14}"/>
              </a:ext>
            </a:extLst>
          </p:cNvPr>
          <p:cNvCxnSpPr/>
          <p:nvPr/>
        </p:nvCxnSpPr>
        <p:spPr>
          <a:xfrm>
            <a:off x="342007" y="5909404"/>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799FE546-1C66-42B8-A35E-650EECB53C0E}"/>
              </a:ext>
            </a:extLst>
          </p:cNvPr>
          <p:cNvCxnSpPr/>
          <p:nvPr/>
        </p:nvCxnSpPr>
        <p:spPr>
          <a:xfrm>
            <a:off x="342007" y="622297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5FEC806F-D874-40B4-8FED-42D1878EA76C}"/>
              </a:ext>
            </a:extLst>
          </p:cNvPr>
          <p:cNvCxnSpPr/>
          <p:nvPr/>
        </p:nvCxnSpPr>
        <p:spPr>
          <a:xfrm>
            <a:off x="342007" y="6540305"/>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Connecteur droit 131">
            <a:extLst>
              <a:ext uri="{FF2B5EF4-FFF2-40B4-BE49-F238E27FC236}">
                <a16:creationId xmlns:a16="http://schemas.microsoft.com/office/drawing/2014/main" id="{565C3962-C60A-4317-AAE4-9D3544D63142}"/>
              </a:ext>
            </a:extLst>
          </p:cNvPr>
          <p:cNvCxnSpPr/>
          <p:nvPr/>
        </p:nvCxnSpPr>
        <p:spPr>
          <a:xfrm>
            <a:off x="342007" y="687426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Connecteur droit 132">
            <a:extLst>
              <a:ext uri="{FF2B5EF4-FFF2-40B4-BE49-F238E27FC236}">
                <a16:creationId xmlns:a16="http://schemas.microsoft.com/office/drawing/2014/main" id="{3C10B5E2-0DF3-4A30-89B5-49F7035FA02F}"/>
              </a:ext>
            </a:extLst>
          </p:cNvPr>
          <p:cNvCxnSpPr/>
          <p:nvPr/>
        </p:nvCxnSpPr>
        <p:spPr>
          <a:xfrm>
            <a:off x="342007" y="7191593"/>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A8645172-006F-4361-B219-7BF96AFEED18}"/>
              </a:ext>
            </a:extLst>
          </p:cNvPr>
          <p:cNvCxnSpPr/>
          <p:nvPr/>
        </p:nvCxnSpPr>
        <p:spPr>
          <a:xfrm>
            <a:off x="322213" y="1823238"/>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necteur droit 55">
            <a:extLst>
              <a:ext uri="{FF2B5EF4-FFF2-40B4-BE49-F238E27FC236}">
                <a16:creationId xmlns:a16="http://schemas.microsoft.com/office/drawing/2014/main" id="{B70D5F47-D74C-45FA-A5E3-E844FBD404CF}"/>
              </a:ext>
            </a:extLst>
          </p:cNvPr>
          <p:cNvCxnSpPr/>
          <p:nvPr/>
        </p:nvCxnSpPr>
        <p:spPr>
          <a:xfrm>
            <a:off x="322213" y="2140565"/>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37EE6C7D-6ACA-4E9B-B0C2-9BF671C2580E}"/>
              </a:ext>
            </a:extLst>
          </p:cNvPr>
          <p:cNvCxnSpPr/>
          <p:nvPr/>
        </p:nvCxnSpPr>
        <p:spPr>
          <a:xfrm>
            <a:off x="322213" y="2454139"/>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7B71D2CA-FB2F-4E9A-9AEB-CBE4E416C7B7}"/>
              </a:ext>
            </a:extLst>
          </p:cNvPr>
          <p:cNvCxnSpPr/>
          <p:nvPr/>
        </p:nvCxnSpPr>
        <p:spPr>
          <a:xfrm>
            <a:off x="322213" y="277146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5CEACFDD-8405-4284-85AB-60759FC9DA68}"/>
              </a:ext>
            </a:extLst>
          </p:cNvPr>
          <p:cNvCxnSpPr/>
          <p:nvPr/>
        </p:nvCxnSpPr>
        <p:spPr>
          <a:xfrm>
            <a:off x="322213" y="3066926"/>
            <a:ext cx="48023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Dodécagone 30">
            <a:extLst>
              <a:ext uri="{FF2B5EF4-FFF2-40B4-BE49-F238E27FC236}">
                <a16:creationId xmlns:a16="http://schemas.microsoft.com/office/drawing/2014/main" id="{88963F85-2A2C-44A4-A2A8-487D52FC5335}"/>
              </a:ext>
            </a:extLst>
          </p:cNvPr>
          <p:cNvSpPr/>
          <p:nvPr/>
        </p:nvSpPr>
        <p:spPr>
          <a:xfrm>
            <a:off x="285060" y="1616976"/>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
        <p:nvSpPr>
          <p:cNvPr id="32" name="Dodécagone 31">
            <a:extLst>
              <a:ext uri="{FF2B5EF4-FFF2-40B4-BE49-F238E27FC236}">
                <a16:creationId xmlns:a16="http://schemas.microsoft.com/office/drawing/2014/main" id="{66AF8D5E-BAB4-4ACE-9FB8-1393D6D9A09C}"/>
              </a:ext>
            </a:extLst>
          </p:cNvPr>
          <p:cNvSpPr/>
          <p:nvPr/>
        </p:nvSpPr>
        <p:spPr>
          <a:xfrm>
            <a:off x="282805" y="2857003"/>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33" name="Dodécagone 32">
            <a:extLst>
              <a:ext uri="{FF2B5EF4-FFF2-40B4-BE49-F238E27FC236}">
                <a16:creationId xmlns:a16="http://schemas.microsoft.com/office/drawing/2014/main" id="{5713B47A-F825-468B-8A56-AFDF58EF5F6F}"/>
              </a:ext>
            </a:extLst>
          </p:cNvPr>
          <p:cNvSpPr/>
          <p:nvPr/>
        </p:nvSpPr>
        <p:spPr>
          <a:xfrm>
            <a:off x="285060" y="2251170"/>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34" name="Dodécagone 33">
            <a:extLst>
              <a:ext uri="{FF2B5EF4-FFF2-40B4-BE49-F238E27FC236}">
                <a16:creationId xmlns:a16="http://schemas.microsoft.com/office/drawing/2014/main" id="{9988C734-7DA1-486B-97F8-88DC19A61A8E}"/>
              </a:ext>
            </a:extLst>
          </p:cNvPr>
          <p:cNvSpPr/>
          <p:nvPr/>
        </p:nvSpPr>
        <p:spPr>
          <a:xfrm>
            <a:off x="322213" y="4115290"/>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5</a:t>
            </a:r>
          </a:p>
        </p:txBody>
      </p:sp>
      <p:sp>
        <p:nvSpPr>
          <p:cNvPr id="35" name="Dodécagone 34">
            <a:extLst>
              <a:ext uri="{FF2B5EF4-FFF2-40B4-BE49-F238E27FC236}">
                <a16:creationId xmlns:a16="http://schemas.microsoft.com/office/drawing/2014/main" id="{4D70FD41-396D-4A29-B499-E2A3D9AD74B7}"/>
              </a:ext>
            </a:extLst>
          </p:cNvPr>
          <p:cNvSpPr/>
          <p:nvPr/>
        </p:nvSpPr>
        <p:spPr>
          <a:xfrm>
            <a:off x="322213" y="3496708"/>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4</a:t>
            </a:r>
          </a:p>
        </p:txBody>
      </p:sp>
      <p:sp>
        <p:nvSpPr>
          <p:cNvPr id="36" name="Dodécagone 35">
            <a:extLst>
              <a:ext uri="{FF2B5EF4-FFF2-40B4-BE49-F238E27FC236}">
                <a16:creationId xmlns:a16="http://schemas.microsoft.com/office/drawing/2014/main" id="{99837262-5623-49BC-BDF4-5E0568B808DE}"/>
              </a:ext>
            </a:extLst>
          </p:cNvPr>
          <p:cNvSpPr/>
          <p:nvPr/>
        </p:nvSpPr>
        <p:spPr>
          <a:xfrm>
            <a:off x="316179" y="5390030"/>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7</a:t>
            </a:r>
          </a:p>
        </p:txBody>
      </p:sp>
      <p:sp>
        <p:nvSpPr>
          <p:cNvPr id="37" name="Dodécagone 36">
            <a:extLst>
              <a:ext uri="{FF2B5EF4-FFF2-40B4-BE49-F238E27FC236}">
                <a16:creationId xmlns:a16="http://schemas.microsoft.com/office/drawing/2014/main" id="{C1E9476D-1999-44A5-B219-E6F9B7D391EF}"/>
              </a:ext>
            </a:extLst>
          </p:cNvPr>
          <p:cNvSpPr/>
          <p:nvPr/>
        </p:nvSpPr>
        <p:spPr>
          <a:xfrm>
            <a:off x="316179" y="4726259"/>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p>
        </p:txBody>
      </p:sp>
      <p:sp>
        <p:nvSpPr>
          <p:cNvPr id="38" name="Dodécagone 37">
            <a:extLst>
              <a:ext uri="{FF2B5EF4-FFF2-40B4-BE49-F238E27FC236}">
                <a16:creationId xmlns:a16="http://schemas.microsoft.com/office/drawing/2014/main" id="{2CA942B5-22E8-4EF2-9424-3939F6619888}"/>
              </a:ext>
            </a:extLst>
          </p:cNvPr>
          <p:cNvSpPr/>
          <p:nvPr/>
        </p:nvSpPr>
        <p:spPr>
          <a:xfrm>
            <a:off x="316179" y="6671200"/>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9</a:t>
            </a:r>
          </a:p>
        </p:txBody>
      </p:sp>
      <p:sp>
        <p:nvSpPr>
          <p:cNvPr id="39" name="Dodécagone 38">
            <a:extLst>
              <a:ext uri="{FF2B5EF4-FFF2-40B4-BE49-F238E27FC236}">
                <a16:creationId xmlns:a16="http://schemas.microsoft.com/office/drawing/2014/main" id="{4C1FEB80-77E0-4576-B4AC-FB95465BEFCE}"/>
              </a:ext>
            </a:extLst>
          </p:cNvPr>
          <p:cNvSpPr/>
          <p:nvPr/>
        </p:nvSpPr>
        <p:spPr>
          <a:xfrm>
            <a:off x="316179" y="6016699"/>
            <a:ext cx="235212" cy="203271"/>
          </a:xfrm>
          <a:prstGeom prst="dodecagon">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8</a:t>
            </a:r>
          </a:p>
        </p:txBody>
      </p:sp>
      <p:sp>
        <p:nvSpPr>
          <p:cNvPr id="44" name="TextBox 3">
            <a:extLst>
              <a:ext uri="{FF2B5EF4-FFF2-40B4-BE49-F238E27FC236}">
                <a16:creationId xmlns:a16="http://schemas.microsoft.com/office/drawing/2014/main" id="{6E28C080-AB07-4339-AC84-1566A3F3C771}"/>
              </a:ext>
            </a:extLst>
          </p:cNvPr>
          <p:cNvSpPr txBox="1"/>
          <p:nvPr/>
        </p:nvSpPr>
        <p:spPr>
          <a:xfrm>
            <a:off x="278287" y="1113330"/>
            <a:ext cx="3446008" cy="400110"/>
          </a:xfrm>
          <a:prstGeom prst="rect">
            <a:avLst/>
          </a:prstGeom>
          <a:noFill/>
        </p:spPr>
        <p:txBody>
          <a:bodyPr wrap="none" rtlCol="0">
            <a:spAutoFit/>
          </a:bodyPr>
          <a:lstStyle/>
          <a:p>
            <a:r>
              <a:rPr lang="en-US" sz="2000" dirty="0" err="1">
                <a:latin typeface="Matura MT Script Capitals" panose="03020802060602070202" pitchFamily="66" charset="0"/>
              </a:rPr>
              <a:t>Schlafenszeit</a:t>
            </a:r>
            <a:r>
              <a:rPr lang="en-US" sz="2000" dirty="0">
                <a:latin typeface="Matura MT Script Capitals" panose="03020802060602070202" pitchFamily="66" charset="0"/>
              </a:rPr>
              <a:t>-Manifestation</a:t>
            </a:r>
          </a:p>
        </p:txBody>
      </p:sp>
      <p:cxnSp>
        <p:nvCxnSpPr>
          <p:cNvPr id="45" name="Connecteur droit 44">
            <a:extLst>
              <a:ext uri="{FF2B5EF4-FFF2-40B4-BE49-F238E27FC236}">
                <a16:creationId xmlns:a16="http://schemas.microsoft.com/office/drawing/2014/main" id="{6C137792-CB5D-4480-AD8D-232AAF5E6B37}"/>
              </a:ext>
            </a:extLst>
          </p:cNvPr>
          <p:cNvCxnSpPr>
            <a:cxnSpLocks/>
          </p:cNvCxnSpPr>
          <p:nvPr/>
        </p:nvCxnSpPr>
        <p:spPr>
          <a:xfrm>
            <a:off x="342007" y="1472102"/>
            <a:ext cx="3266607" cy="0"/>
          </a:xfrm>
          <a:prstGeom prst="line">
            <a:avLst/>
          </a:prstGeom>
          <a:ln w="76200">
            <a:solidFill>
              <a:schemeClr val="tx1"/>
            </a:solidFill>
          </a:ln>
        </p:spPr>
        <p:style>
          <a:lnRef idx="1">
            <a:schemeClr val="dk1"/>
          </a:lnRef>
          <a:fillRef idx="0">
            <a:schemeClr val="dk1"/>
          </a:fillRef>
          <a:effectRef idx="0">
            <a:schemeClr val="dk1"/>
          </a:effectRef>
          <a:fontRef idx="minor">
            <a:schemeClr val="tx1"/>
          </a:fontRef>
        </p:style>
      </p:cxnSp>
      <p:sp>
        <p:nvSpPr>
          <p:cNvPr id="40" name="Rectangle : coins arrondis 39">
            <a:extLst>
              <a:ext uri="{FF2B5EF4-FFF2-40B4-BE49-F238E27FC236}">
                <a16:creationId xmlns:a16="http://schemas.microsoft.com/office/drawing/2014/main" id="{43B1B9C4-DE66-4612-968B-C556EBAB0B7E}"/>
              </a:ext>
            </a:extLst>
          </p:cNvPr>
          <p:cNvSpPr/>
          <p:nvPr/>
        </p:nvSpPr>
        <p:spPr>
          <a:xfrm>
            <a:off x="3425638" y="364540"/>
            <a:ext cx="1782474" cy="748790"/>
          </a:xfrm>
          <a:prstGeom prst="roundRect">
            <a:avLst/>
          </a:prstGeom>
          <a:noFill/>
          <a:ln>
            <a:solidFill>
              <a:schemeClr val="tx1"/>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2400" dirty="0">
                <a:latin typeface="Brush Script MT" panose="03060802040406070304" pitchFamily="66" charset="0"/>
              </a:rPr>
              <a:t>369 </a:t>
            </a:r>
            <a:r>
              <a:rPr lang="fr-FR" sz="2400" dirty="0" err="1">
                <a:latin typeface="Brush Script MT" panose="03060802040406070304" pitchFamily="66" charset="0"/>
              </a:rPr>
              <a:t>Methode</a:t>
            </a:r>
            <a:endParaRPr lang="fr-FR" sz="2400" dirty="0">
              <a:latin typeface="Brush Script MT" panose="03060802040406070304" pitchFamily="66" charset="0"/>
            </a:endParaRPr>
          </a:p>
          <a:p>
            <a:pPr algn="ctr"/>
            <a:r>
              <a:rPr lang="fr-FR" sz="1400" dirty="0">
                <a:latin typeface="Agency FB" panose="020B0503020202020204" pitchFamily="34" charset="0"/>
              </a:rPr>
              <a:t>WIEDERHOLE JEDEN TAG</a:t>
            </a:r>
          </a:p>
        </p:txBody>
      </p:sp>
    </p:spTree>
    <p:extLst>
      <p:ext uri="{BB962C8B-B14F-4D97-AF65-F5344CB8AC3E}">
        <p14:creationId xmlns:p14="http://schemas.microsoft.com/office/powerpoint/2010/main" val="891886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8BB009F-5DEF-38EA-1508-EAD7E03ED9D1}"/>
              </a:ext>
            </a:extLst>
          </p:cNvPr>
          <p:cNvSpPr/>
          <p:nvPr/>
        </p:nvSpPr>
        <p:spPr>
          <a:xfrm>
            <a:off x="223736" y="2587413"/>
            <a:ext cx="5038928" cy="3054774"/>
          </a:xfrm>
          <a:prstGeom prst="round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0070C0"/>
                </a:solidFill>
              </a:rPr>
              <a:t>"Love this logbook ? Get the full version!“</a:t>
            </a:r>
          </a:p>
          <a:p>
            <a:pPr algn="ctr"/>
            <a:r>
              <a:rPr lang="en-US" sz="1600" b="1" dirty="0">
                <a:solidFill>
                  <a:srgbClr val="0070C0"/>
                </a:solidFill>
              </a:rPr>
              <a:t> </a:t>
            </a:r>
          </a:p>
          <a:p>
            <a:pPr algn="ctr"/>
            <a:r>
              <a:rPr lang="en-US" sz="1600" b="1" u="sng" dirty="0">
                <a:solidFill>
                  <a:srgbClr val="0070C0"/>
                </a:solidFill>
              </a:rPr>
              <a:t>🔗https://www.amazon.com/dp/B0FTRTPM49</a:t>
            </a:r>
          </a:p>
          <a:p>
            <a:pPr algn="ctr"/>
            <a:endParaRPr lang="en-US" sz="1600" b="1" dirty="0">
              <a:solidFill>
                <a:srgbClr val="0070C0"/>
              </a:solidFill>
            </a:endParaRPr>
          </a:p>
        </p:txBody>
      </p:sp>
    </p:spTree>
    <p:extLst>
      <p:ext uri="{BB962C8B-B14F-4D97-AF65-F5344CB8AC3E}">
        <p14:creationId xmlns:p14="http://schemas.microsoft.com/office/powerpoint/2010/main" val="1258135723"/>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1408</TotalTime>
  <Words>622</Words>
  <Application>Microsoft Office PowerPoint</Application>
  <PresentationFormat>Custom</PresentationFormat>
  <Paragraphs>87</Paragraphs>
  <Slides>8</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vt:i4>
      </vt:variant>
    </vt:vector>
  </HeadingPairs>
  <TitlesOfParts>
    <vt:vector size="22" baseType="lpstr">
      <vt:lpstr>Agency FB</vt:lpstr>
      <vt:lpstr>Arial</vt:lpstr>
      <vt:lpstr>Blackadder ITC</vt:lpstr>
      <vt:lpstr>Brush Script MT</vt:lpstr>
      <vt:lpstr>Calibri</vt:lpstr>
      <vt:lpstr>Calibri Light</vt:lpstr>
      <vt:lpstr>Calisto MT</vt:lpstr>
      <vt:lpstr>Cambria Math</vt:lpstr>
      <vt:lpstr>Chalk Board</vt:lpstr>
      <vt:lpstr>Matura MT Script Capitals</vt:lpstr>
      <vt:lpstr>Stencil</vt:lpstr>
      <vt:lpstr>Sylfaen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Marija PC</dc:creator>
  <cp:lastModifiedBy>Abdessamad EL IDRISSI</cp:lastModifiedBy>
  <cp:revision>255</cp:revision>
  <dcterms:created xsi:type="dcterms:W3CDTF">2021-04-17T20:42:21Z</dcterms:created>
  <dcterms:modified xsi:type="dcterms:W3CDTF">2026-05-16T20:28:46Z</dcterms:modified>
</cp:coreProperties>
</file>